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60" r:id="rId5"/>
    <p:sldId id="261" r:id="rId6"/>
    <p:sldId id="262" r:id="rId7"/>
    <p:sldId id="263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822C-4BA0-4F7C-92D5-F6D8CE96C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B5AAA-D1D3-4E45-81A4-D9AEAA98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6E6B7-5DE6-4F78-A245-62B61181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EA6B0-7689-4BFB-BB40-41E13E17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0F1D9-DA97-481C-96EE-7299F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9E34-DC42-4724-A9BE-331056CF6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31BA-8701-4074-B0B8-C53268D18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E169-05FE-4144-99C4-AE437E31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2215D-570F-4F17-B406-B8F4B585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F1DD2-F79F-46F2-807D-C3FF7DB2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2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83EB-32B8-457A-BB76-81BD99594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01F2E-C876-41F0-9F4D-B6A12E5B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5A43F-A468-459E-A36E-112C624E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6AE3A-F91C-4A87-AE1C-30F42510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E1E7A-8F27-4B3B-BB88-753096FF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4C54-A5EC-45B4-AF6B-DEFC4704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097A-FFC5-4C84-BD93-327FF9864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D2E4D-F51F-42E7-8CBB-99E08EB97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3024A-E459-480E-9653-01B5A373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27D05-82F4-4EE4-BD56-A6B1EC5A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192E1-33E3-4CE6-8682-0EFA69A7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4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3C15-9984-49D6-BD70-E46B2EF7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EC89D-BD05-45BB-A35D-7E7ABA027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7C8C0-0EF9-4016-AB5C-C0D980A9D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C925C-8F7E-40C3-AC24-F147AF592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16417-59C3-47C3-B327-9EFE4AF86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77108B-16FF-4136-8971-40934C10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C72E6-BA73-4466-9C3F-B42C779F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43A16-58F5-4B95-9AC5-805E2AB3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5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B8DE-E6E8-4E64-ADD1-C1464F29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0CA8C-DA81-439C-B6DE-3B8EFAE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0FB55-B94A-40C9-B944-3EF6A40F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59A6E-ECD6-4D76-8E48-E4D4F2F0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4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2F5E6-EDFC-4E05-B0F7-D6AA340D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E69B5-971E-420D-BE5F-78E3F343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21BB-A30E-42F5-86EE-53100F65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2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C5D6-6B28-4F87-8E92-CC51A086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E40D0-D13A-42EE-9ACF-1461AB4B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334FE-A6A1-4618-8E76-1C422643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FB7C5-EF3A-4D34-AB6B-1FCAFFA2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D7F75-CC1C-446B-9685-5FA01CA7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08970-6270-495C-B93C-E48DEC09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3211-72FB-4FFD-9301-CFF37CD2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ECFC1-3F2E-4C8F-A9AE-CAF97B3D3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15BD4-30A2-44A0-8D1A-451F27CA3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D9BA6-7E66-4868-9501-D3459002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B7A4D-F4C8-4BA7-ABE1-79274303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5E2D7-09E7-4220-93F3-2D9E6EE0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0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A376-45E3-4810-958C-B9067A0D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BE566-E99F-4DBD-8A7A-E89F92E09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262ED-3032-46BD-B64E-CD7A3CA8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05462-B9B4-4919-ABE6-6371D1AC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0C7A-AD5C-4EB4-8CE4-657CF9C7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8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7A175-354B-48E5-88F7-6160C8D81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41A00-E120-487D-AF46-E1CC16370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DEA73-6114-411B-8233-7A26F050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26DCD-5766-41CB-8238-ADC05DDD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31998-A200-4E5F-82B0-C4EDAF11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1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10FDC-B88D-40D1-A84E-E2E80144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1FB74-D9E0-44B1-94C6-22D5EF46E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5D2C9-F6CA-42A4-A957-A2F9BF8A1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1730D-D3F5-41ED-962E-7DDF44B38927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48883-1D00-433F-9943-2A812E21E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00F79-47CE-422B-908D-7653BA52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DFABA-8C9E-4765-9F17-ED7763DC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0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7556C-4C44-480E-8CF7-D3281F40F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722" y="3189012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Number Theory for</a:t>
            </a:r>
            <a:br>
              <a:rPr lang="en-US" dirty="0"/>
            </a:br>
            <a:r>
              <a:rPr lang="en-US" dirty="0"/>
              <a:t>Cryptography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Number Theory for</a:t>
            </a:r>
            <a:br>
              <a:rPr lang="en-US" dirty="0"/>
            </a:br>
            <a:r>
              <a:rPr lang="en-US" dirty="0"/>
              <a:t>Cryptography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IDFont+F2"/>
              </a:rPr>
              <a:t>Number Theory for</a:t>
            </a:r>
            <a:br>
              <a:rPr lang="en-US" dirty="0">
                <a:solidFill>
                  <a:srgbClr val="000000"/>
                </a:solidFill>
                <a:latin typeface="CIDFont+F2"/>
              </a:rPr>
            </a:br>
            <a:r>
              <a:rPr lang="en-US" dirty="0">
                <a:solidFill>
                  <a:srgbClr val="000000"/>
                </a:solidFill>
                <a:latin typeface="CIDFont+F2"/>
              </a:rPr>
              <a:t>Cryptography</a:t>
            </a:r>
            <a:br>
              <a:rPr lang="en-US" dirty="0">
                <a:solidFill>
                  <a:srgbClr val="000000"/>
                </a:solidFill>
                <a:latin typeface="CIDFont+F2"/>
              </a:rPr>
            </a:br>
            <a:br>
              <a:rPr lang="en-US" dirty="0">
                <a:solidFill>
                  <a:srgbClr val="000000"/>
                </a:solidFill>
                <a:latin typeface="CIDFont+F2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97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Chart, diagram, box and whisker chart&#10;&#10;Description automatically generated">
            <a:extLst>
              <a:ext uri="{FF2B5EF4-FFF2-40B4-BE49-F238E27FC236}">
                <a16:creationId xmlns:a16="http://schemas.microsoft.com/office/drawing/2014/main" id="{13E3A3E6-7A94-484C-9F1B-2507164E3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538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7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A9D1F02-ABB4-4166-A32B-BC01B0E23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39" r="11395"/>
          <a:stretch/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5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A41621-4542-4A14-BD1B-4350F4CDF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2681"/>
          <a:stretch/>
        </p:blipFill>
        <p:spPr>
          <a:xfrm>
            <a:off x="997226" y="864765"/>
            <a:ext cx="10512547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7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ACB3-AED7-4E80-8E9E-826073150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1838"/>
            <a:ext cx="9144000" cy="5746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Euclidean Algorithm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20BA7-C874-4943-B0E7-260697E1E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E94C12-F02B-4D89-B3AE-215B13028EB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t="19"/>
          <a:stretch/>
        </p:blipFill>
        <p:spPr>
          <a:xfrm>
            <a:off x="0" y="1697038"/>
            <a:ext cx="12192000" cy="516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6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727CE0-EBE2-44DC-A49F-770BD02F8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5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5B46A4-1063-4AA3-95F0-C8384653E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616"/>
          <a:stretch/>
        </p:blipFill>
        <p:spPr>
          <a:xfrm>
            <a:off x="20" y="-13252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1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125A89-17D6-4DF4-8ADA-3EF70FC5F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629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6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4F35-6285-465D-A133-E363EC76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83" y="75902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latin typeface="+mn-lt"/>
              </a:rPr>
              <a:t>Modular Arithmetic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41DD94-4D32-4BB9-948A-11AD2740E73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t="1765"/>
          <a:stretch/>
        </p:blipFill>
        <p:spPr>
          <a:xfrm>
            <a:off x="0" y="1073150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8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A5BF90-3266-47B0-BC1B-2083EB8BD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436" b="1"/>
          <a:stretch/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25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E77C86-5499-42EB-B707-A8FA75DBD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32" r="4040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39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B7E742-C365-465F-86CB-1A9357DF7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538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3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450047-DAC7-4A80-875D-AF798E592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13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6B88-ECCB-49CD-AA59-21B3D759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353239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Fermat’s and Euler’s Theorems</a:t>
            </a:r>
            <a:br>
              <a:rPr lang="en-US" sz="4800" b="1" dirty="0"/>
            </a:br>
            <a:r>
              <a:rPr lang="en-US" sz="2000" b="1" dirty="0"/>
              <a:t>Two theorems that play important roles in public-key cryptography</a:t>
            </a:r>
            <a:br>
              <a:rPr lang="en-US" sz="2000" dirty="0"/>
            </a:br>
            <a:br>
              <a:rPr lang="en-US" sz="4800" b="1" dirty="0"/>
            </a:br>
            <a:br>
              <a:rPr lang="en-US" sz="4800" b="1" dirty="0"/>
            </a:b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88170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3D7342-ECC9-4F40-B0C5-5A616B8DB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67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D770FF-8208-45D5-A6E4-8F0DBCC2E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76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24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EA8B23-E359-4D72-9047-285B421DC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71" r="1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28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1C842B-A0AD-4117-A7D4-F62A2084E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48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4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8B12885D91BB40A0BB99E2A50A1EE3" ma:contentTypeVersion="0" ma:contentTypeDescription="Create a new document." ma:contentTypeScope="" ma:versionID="7a24ff69d682fc178d78579960974b9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43D697-D22A-4E55-AB66-62FB436A711A}"/>
</file>

<file path=customXml/itemProps2.xml><?xml version="1.0" encoding="utf-8"?>
<ds:datastoreItem xmlns:ds="http://schemas.openxmlformats.org/officeDocument/2006/customXml" ds:itemID="{07B1021A-8900-477B-9980-7C6ECB1E96EE}"/>
</file>

<file path=customXml/itemProps3.xml><?xml version="1.0" encoding="utf-8"?>
<ds:datastoreItem xmlns:ds="http://schemas.openxmlformats.org/officeDocument/2006/customXml" ds:itemID="{0263E03E-1C51-488D-A5F2-6D89B3C9FB8D}"/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54</Words>
  <Application>Microsoft Office PowerPoint</Application>
  <PresentationFormat>Widescreen</PresentationFormat>
  <Paragraphs>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CIDFont+F2</vt:lpstr>
      <vt:lpstr>Office Theme</vt:lpstr>
      <vt:lpstr>  Number Theory for Cryptography  Number Theory for Cryptography      Number Theory for Cryptography  </vt:lpstr>
      <vt:lpstr>PowerPoint Presentation</vt:lpstr>
      <vt:lpstr>PowerPoint Presentation</vt:lpstr>
      <vt:lpstr>PowerPoint Presentation</vt:lpstr>
      <vt:lpstr>The Euclidean Algorithm  </vt:lpstr>
      <vt:lpstr>PowerPoint Presentation</vt:lpstr>
      <vt:lpstr>PowerPoint Presentation</vt:lpstr>
      <vt:lpstr>PowerPoint Presentation</vt:lpstr>
      <vt:lpstr>Modular Arithmetic   </vt:lpstr>
      <vt:lpstr>PowerPoint Presentation</vt:lpstr>
      <vt:lpstr>PowerPoint Presentation</vt:lpstr>
      <vt:lpstr>PowerPoint Presentation</vt:lpstr>
      <vt:lpstr>PowerPoint Presentation</vt:lpstr>
      <vt:lpstr>Fermat’s and Euler’s Theorems Two theorems that play important roles in public-key cryptography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Number Theory for Cryptography  Number Theory for Cryptography      Number Theory for Cryptography  </dc:title>
  <dc:creator>M Usman</dc:creator>
  <cp:lastModifiedBy>M Usman</cp:lastModifiedBy>
  <cp:revision>4</cp:revision>
  <dcterms:created xsi:type="dcterms:W3CDTF">2020-10-09T05:42:22Z</dcterms:created>
  <dcterms:modified xsi:type="dcterms:W3CDTF">2020-10-14T04:14:37Z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0x010100C48B12885D91BB40A0BB99E2A50A1EE3</vt:lpwstr>
  </property>
  <property fmtid="{D5CDD505-2E9C-101B-9397-08002B2CF9AE}" pid="3" name="Order">
    <vt:r8>400</vt:r8>
  </property>
  <property fmtid="{D5CDD505-2E9C-101B-9397-08002B2CF9AE}" pid="4" name="xd_Signature">
    <vt:bool>false</vt:bool>
  </property>
  <property fmtid="{D5CDD505-2E9C-101B-9397-08002B2CF9AE}" pid="5" name="_ExtendedDescription">
    <vt:lpwstr/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