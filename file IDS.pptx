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94E1-32A0-4821-8ED6-677E97CE2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F4BB6-1358-41DA-9509-140BE470B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C2DFB-7388-4621-B58E-93C23821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FC403-D2A0-44A4-BB50-BDB05738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D81AF-F4C7-4554-B132-6858AEBE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6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A466-63D6-490B-81EF-3EF9AEA8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D4BB6-5409-41C0-A212-305A810B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40841-DB8A-465A-8D2D-AF250C25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524C6-962C-47B8-B75F-98CC73A5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C7565-7187-4EEC-924A-33545F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3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254A-9717-4B0E-868D-F9A129D6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1B39E-FB85-4CDF-842F-E725494E7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C558C-853D-4334-AE63-6C147CCB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DE156-8725-46E0-80F0-9A28EB8F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67BEE-57CF-4110-8882-AD6FD3B2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0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5738-5738-4A27-920B-E37154FC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122F6-19A0-4E24-89ED-AB125BC44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73BE6-12D2-4452-AE19-A1F5A290F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E5284-456F-4EA0-8CE4-D632C75C7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F68FD-68FD-4808-9AD8-7455D8C8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6143E-237B-4799-AC58-B0F3A23C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3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AF31-334C-4DDA-A768-00AF057B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3D2A4-FA47-481C-A35E-61036CDDA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0C1A6-C81A-402B-A2BA-1761220C4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4E404-C8BF-46F5-A05F-26F3EBE32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319454-6DD2-433A-9C69-69D567600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EEFD0-D99F-441E-AD07-BB16B891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A4293-6B6C-4D11-A8AD-8031F8B9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4E56A-B1BD-497C-9D43-AB16606C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1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7823-C394-478C-A9BB-29DE42E2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4A4D4-A328-4D0D-8147-B0E57024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D3325-97F7-4AB5-9E96-F8397A8FE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256C4-9086-4A4E-94A3-9A917C3B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3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89112-7D64-4552-94C6-16B2F5E3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65F00-08B3-4FB5-B880-45AB917EC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C650D-720C-4B45-BC2C-18395EB5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9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2C7B-1593-49EA-81DE-5EEBE5A2B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3BF1-412B-47AC-B57D-15A4A8FC0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905B4-74F2-474B-BF67-30D2CABA4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44A78-FD66-411D-8CEE-63828170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66DA6-8FD4-4135-B09D-5A281F51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0551D-B2C9-449E-82D0-062F2064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3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0FE38-FAB9-4EE6-B434-A1FBCC9C1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EDE95-4094-4DB1-96FF-89C40E5A6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FD344-01D8-44B4-8D07-2E2C30192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3DFFE-761D-439C-B464-49723699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B0BCE-7337-4353-9370-FCB5AACD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0F84C-6FDD-48C7-A1CD-018AE66C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5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7B17-898F-4720-813A-00CC3628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BF537-8DBF-4EB8-9E91-D76318EB9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78955-B18B-4EC1-98F2-9057575F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9BE15-43DB-486E-93F0-81030312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DB9DE-DF54-48F2-926E-B6443E95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3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CA1D3-F64D-45D7-A17C-63E27087C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D4D90-0DE8-4623-8112-D2F4C9C66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F0BB4-CF1D-4A70-9B6D-205F7FED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D6133-F688-4A20-AA4A-C03AC80B1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F147E-F0D4-4251-977B-E53438A2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9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EEFC9-58EE-4D62-A80B-54DFADD2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2A1B5-C22E-411B-8677-AC8851003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406A8-3DE9-43FC-9AA4-BBE1BD2C0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518FC-7079-4D01-93B0-FA2AB44E0FF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E0287-AF0A-43FB-8983-6364D5A79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7A7C3-657D-402D-A620-204CC52C4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9D536-4A1A-44C5-9556-5C1AABF30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6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878501E-ECAE-47DC-AF77-40C070FEDD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0" r="2321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Rectangle 134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AA57EC-E112-4C67-9279-1854F1C8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Intrusion Detection System (IDS)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64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1ECC-481A-4155-AF79-354088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Intruder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111B-1E65-4B9B-94DB-917AE5F4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000"/>
              <a:t>An intruder is a person who is trying to gain an unauthorized access to system or a network.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77273-EDC2-45B0-89CF-B926DCD97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9" r="2023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266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15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1ECC-481A-4155-AF79-354088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Intrusion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111B-1E65-4B9B-94DB-917AE5F4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000" dirty="0"/>
              <a:t>An intrusion is “Any set of activities that attempt to compromise the integrity, confidentiality or availability of a resource”.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77273-EDC2-45B0-89CF-B926DCD97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9" r="2023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266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07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1ECC-481A-4155-AF79-354088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Intrusion Detection System (IDS)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111B-1E65-4B9B-94DB-917AE5F4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An intrusion detection system (IDS) is a device or software application that monitors a network or systems for malicious activity or policy violations.</a:t>
            </a:r>
          </a:p>
          <a:p>
            <a:pPr marL="457200" lvl="1" indent="0">
              <a:buNone/>
            </a:pPr>
            <a:r>
              <a:rPr lang="en-US" sz="1600" dirty="0"/>
              <a:t>			OR</a:t>
            </a:r>
          </a:p>
          <a:p>
            <a:r>
              <a:rPr lang="en-US" sz="2000" dirty="0"/>
              <a:t>Intrusion Detection System is a system which inspects all inbound and outbound network activity and identifies suspicious patterns that may indicate a network or system attack from someone attempting to break into or compromise a system.</a:t>
            </a:r>
          </a:p>
          <a:p>
            <a:r>
              <a:rPr lang="en-US" sz="2000" dirty="0"/>
              <a:t>The software scans all packets on the network and attempts to classify the traffic as intrusive or non intrusive.</a:t>
            </a:r>
          </a:p>
          <a:p>
            <a:r>
              <a:rPr lang="en-US" sz="2000" dirty="0"/>
              <a:t>Any malicious activity or violation is typically reported to an</a:t>
            </a:r>
            <a:br>
              <a:rPr lang="en-US" sz="2000" dirty="0"/>
            </a:br>
            <a:r>
              <a:rPr lang="en-US" sz="2000" dirty="0"/>
              <a:t>administrator.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77273-EDC2-45B0-89CF-B926DCD97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9" r="2023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266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79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1ECC-481A-4155-AF79-354088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Intrusion Prevention Systems (IPS)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111B-1E65-4B9B-94DB-917AE5F4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000" dirty="0"/>
              <a:t>Intrusion Prevention Systems (IPS) are network security appliances or software application that monitor network or system activities for malicious activity or violation. </a:t>
            </a:r>
          </a:p>
          <a:p>
            <a:r>
              <a:rPr lang="en-US" sz="2000" dirty="0"/>
              <a:t>The main functions of intrusion prevention systems are to identify malicious activity, log information about this activity, report it and attempt to block or stop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77273-EDC2-45B0-89CF-B926DCD97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9" r="2023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266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29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1ECC-481A-4155-AF79-354088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Types of 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111B-1E65-4B9B-94DB-917AE5F4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000" b="1" dirty="0"/>
              <a:t>Network-based intrusion detection system (NIDS)</a:t>
            </a:r>
            <a:r>
              <a:rPr lang="en-US" sz="2000" dirty="0"/>
              <a:t>: are placed at a strategic point or points within the network to monitor traffic to and from all devices on the network. NIDS monitors the entire network for suspicious traffic by analyzing protocol activity.</a:t>
            </a:r>
          </a:p>
          <a:p>
            <a:r>
              <a:rPr lang="en-US" sz="2000" dirty="0"/>
              <a:t>Matches traffic to the library of known attacks.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77273-EDC2-45B0-89CF-B926DCD97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9" r="2023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266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37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1ECC-481A-4155-AF79-354088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Types of 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111B-1E65-4B9B-94DB-917AE5F4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000" b="1" dirty="0"/>
              <a:t>Host-based intrusion detection system (HIDS): </a:t>
            </a:r>
            <a:r>
              <a:rPr lang="en-US" sz="2000" dirty="0"/>
              <a:t>an installed software package which monitors the inbound and outbound packets from a single host for suspicious activity and will alert the user or administrator if suspicious activity is detected.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77273-EDC2-45B0-89CF-B926DCD97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9" r="2023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266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984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1ECC-481A-4155-AF79-354088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Detection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111B-1E65-4B9B-94DB-917AE5F4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Signature-based Detection</a:t>
            </a:r>
          </a:p>
          <a:p>
            <a:r>
              <a:rPr lang="en-US" sz="2000" dirty="0"/>
              <a:t>Signature-based IDS monitors packets in the Network and compares with pre-configured and predetermined attack patterns, such as byte sequences in network traffic, or known malicious instruction sequences used by malware, known as signatures. </a:t>
            </a:r>
          </a:p>
          <a:p>
            <a:r>
              <a:rPr lang="en-US" sz="2000" dirty="0"/>
              <a:t> This terminology originates from anti-virus software, which refers to these detected patterns as signatures. </a:t>
            </a:r>
          </a:p>
          <a:p>
            <a:r>
              <a:rPr lang="en-US" sz="2000" dirty="0"/>
              <a:t>Signature-based IDS can easily detect known attacks, it is difficult to detect new attacks, for which no pattern is available.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77273-EDC2-45B0-89CF-B926DCD97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9" r="2023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266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77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1ECC-481A-4155-AF79-354088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Detection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111B-1E65-4B9B-94DB-917AE5F4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Anomaly-based Detection</a:t>
            </a:r>
            <a:r>
              <a:rPr lang="en-US" sz="2000" dirty="0"/>
              <a:t>:</a:t>
            </a:r>
          </a:p>
          <a:p>
            <a:r>
              <a:rPr lang="en-US" sz="2000" dirty="0"/>
              <a:t>An anomaly-based IDS will monitor network traffic and compare it against an established baseline.</a:t>
            </a:r>
          </a:p>
          <a:p>
            <a:r>
              <a:rPr lang="en-US" sz="2000" dirty="0"/>
              <a:t>The baseline will identify what is "normal" for that network, what sort of bandwidth is generally used and what protocols are used.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77273-EDC2-45B0-89CF-B926DCD97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9" r="2023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266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618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8B12885D91BB40A0BB99E2A50A1EE3" ma:contentTypeVersion="3" ma:contentTypeDescription="Create a new document." ma:contentTypeScope="" ma:versionID="66d3699a59251bf72590b89b840aee2a">
  <xsd:schema xmlns:xsd="http://www.w3.org/2001/XMLSchema" xmlns:xs="http://www.w3.org/2001/XMLSchema" xmlns:p="http://schemas.microsoft.com/office/2006/metadata/properties" xmlns:ns2="df2c4b60-5aed-4c17-b8a3-f48bf4df2b21" targetNamespace="http://schemas.microsoft.com/office/2006/metadata/properties" ma:root="true" ma:fieldsID="46f555fcb575befc6dc00b384e8d6be5" ns2:_="">
    <xsd:import namespace="df2c4b60-5aed-4c17-b8a3-f48bf4df2b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c4b60-5aed-4c17-b8a3-f48bf4df2b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CEF8D1-C6BC-493A-BBE2-8686D044D114}"/>
</file>

<file path=customXml/itemProps2.xml><?xml version="1.0" encoding="utf-8"?>
<ds:datastoreItem xmlns:ds="http://schemas.openxmlformats.org/officeDocument/2006/customXml" ds:itemID="{816A7F56-A10F-4A14-AE6E-DD610ED1415C}"/>
</file>

<file path=customXml/itemProps3.xml><?xml version="1.0" encoding="utf-8"?>
<ds:datastoreItem xmlns:ds="http://schemas.openxmlformats.org/officeDocument/2006/customXml" ds:itemID="{259BCDF7-9598-48D5-88F1-4B26E84B53AF}"/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440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Intrusion Detection System (IDS)</vt:lpstr>
      <vt:lpstr>Intruder</vt:lpstr>
      <vt:lpstr>Intrusion</vt:lpstr>
      <vt:lpstr>Intrusion Detection System (IDS)</vt:lpstr>
      <vt:lpstr>Intrusion Prevention Systems (IPS)</vt:lpstr>
      <vt:lpstr>Types of IDS</vt:lpstr>
      <vt:lpstr>Types of IDS</vt:lpstr>
      <vt:lpstr>Detection methods</vt:lpstr>
      <vt:lpstr>Detection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Intrusion Detection System (IDS)</dc:title>
  <dc:creator>M Usman</dc:creator>
  <cp:lastModifiedBy>M Usman</cp:lastModifiedBy>
  <cp:revision>4</cp:revision>
  <dcterms:created xsi:type="dcterms:W3CDTF">2021-01-07T07:11:18Z</dcterms:created>
  <dcterms:modified xsi:type="dcterms:W3CDTF">2021-01-07T08:13:03Z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0x010100C48B12885D91BB40A0BB99E2A50A1EE3</vt:lpwstr>
  </property>
</Properties>
</file>