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94" r:id="rId2"/>
    <p:sldId id="313" r:id="rId3"/>
    <p:sldId id="312" r:id="rId4"/>
    <p:sldId id="299" r:id="rId5"/>
    <p:sldId id="301" r:id="rId6"/>
    <p:sldId id="302" r:id="rId7"/>
    <p:sldId id="314" r:id="rId8"/>
    <p:sldId id="303" r:id="rId9"/>
    <p:sldId id="304" r:id="rId10"/>
    <p:sldId id="307" r:id="rId11"/>
    <p:sldId id="306" r:id="rId12"/>
    <p:sldId id="315" r:id="rId13"/>
    <p:sldId id="308" r:id="rId14"/>
    <p:sldId id="29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C80B0E-42D3-4A01-B7C6-BAB83F2C002F}" type="datetimeFigureOut">
              <a:rPr lang="en-US" smtClean="0"/>
              <a:t>1/4/2021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4BC934-0D28-4A39-AC9F-17062323AFEE}" type="slidenum">
              <a:rPr lang="en-US" smtClean="0"/>
              <a:t>‹#›</a:t>
            </a:fld>
            <a:endParaRPr lang="en-US"/>
          </a:p>
        </p:txBody>
      </p:sp>
    </p:spTree>
    <p:extLst>
      <p:ext uri="{BB962C8B-B14F-4D97-AF65-F5344CB8AC3E}">
        <p14:creationId xmlns:p14="http://schemas.microsoft.com/office/powerpoint/2010/main" val="40545528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BCA2C9-8456-4CB1-BCAD-9B1DF16FC9ED}" type="slidenum">
              <a:rPr lang="en-US" altLang="en-US" smtClean="0"/>
              <a:pPr/>
              <a:t>1</a:t>
            </a:fld>
            <a:endParaRPr lang="en-US" altLang="en-US"/>
          </a:p>
        </p:txBody>
      </p:sp>
    </p:spTree>
    <p:extLst>
      <p:ext uri="{BB962C8B-B14F-4D97-AF65-F5344CB8AC3E}">
        <p14:creationId xmlns:p14="http://schemas.microsoft.com/office/powerpoint/2010/main" val="266586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BCA2C9-8456-4CB1-BCAD-9B1DF16FC9ED}" type="slidenum">
              <a:rPr lang="en-US" altLang="en-US" smtClean="0"/>
              <a:pPr/>
              <a:t>2</a:t>
            </a:fld>
            <a:endParaRPr lang="en-US" altLang="en-US"/>
          </a:p>
        </p:txBody>
      </p:sp>
    </p:spTree>
    <p:extLst>
      <p:ext uri="{BB962C8B-B14F-4D97-AF65-F5344CB8AC3E}">
        <p14:creationId xmlns:p14="http://schemas.microsoft.com/office/powerpoint/2010/main" val="18468845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BCA2C9-8456-4CB1-BCAD-9B1DF16FC9ED}" type="slidenum">
              <a:rPr lang="en-US" altLang="en-US" smtClean="0"/>
              <a:pPr/>
              <a:t>3</a:t>
            </a:fld>
            <a:endParaRPr lang="en-US" altLang="en-US"/>
          </a:p>
        </p:txBody>
      </p:sp>
    </p:spTree>
    <p:extLst>
      <p:ext uri="{BB962C8B-B14F-4D97-AF65-F5344CB8AC3E}">
        <p14:creationId xmlns:p14="http://schemas.microsoft.com/office/powerpoint/2010/main" val="15718401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BCA2C9-8456-4CB1-BCAD-9B1DF16FC9ED}" type="slidenum">
              <a:rPr lang="en-US" altLang="en-US" smtClean="0"/>
              <a:pPr/>
              <a:t>4</a:t>
            </a:fld>
            <a:endParaRPr lang="en-US" altLang="en-US"/>
          </a:p>
        </p:txBody>
      </p:sp>
    </p:spTree>
    <p:extLst>
      <p:ext uri="{BB962C8B-B14F-4D97-AF65-F5344CB8AC3E}">
        <p14:creationId xmlns:p14="http://schemas.microsoft.com/office/powerpoint/2010/main" val="2157782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BCA2C9-8456-4CB1-BCAD-9B1DF16FC9ED}" type="slidenum">
              <a:rPr lang="en-US" altLang="en-US" smtClean="0"/>
              <a:pPr/>
              <a:t>5</a:t>
            </a:fld>
            <a:endParaRPr lang="en-US" altLang="en-US"/>
          </a:p>
        </p:txBody>
      </p:sp>
    </p:spTree>
    <p:extLst>
      <p:ext uri="{BB962C8B-B14F-4D97-AF65-F5344CB8AC3E}">
        <p14:creationId xmlns:p14="http://schemas.microsoft.com/office/powerpoint/2010/main" val="2550194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BCA2C9-8456-4CB1-BCAD-9B1DF16FC9ED}" type="slidenum">
              <a:rPr lang="en-US" altLang="en-US" smtClean="0"/>
              <a:pPr/>
              <a:t>6</a:t>
            </a:fld>
            <a:endParaRPr lang="en-US" altLang="en-US"/>
          </a:p>
        </p:txBody>
      </p:sp>
    </p:spTree>
    <p:extLst>
      <p:ext uri="{BB962C8B-B14F-4D97-AF65-F5344CB8AC3E}">
        <p14:creationId xmlns:p14="http://schemas.microsoft.com/office/powerpoint/2010/main" val="21727801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BCA2C9-8456-4CB1-BCAD-9B1DF16FC9ED}" type="slidenum">
              <a:rPr lang="en-US" altLang="en-US" smtClean="0"/>
              <a:pPr/>
              <a:t>7</a:t>
            </a:fld>
            <a:endParaRPr lang="en-US" altLang="en-US"/>
          </a:p>
        </p:txBody>
      </p:sp>
    </p:spTree>
    <p:extLst>
      <p:ext uri="{BB962C8B-B14F-4D97-AF65-F5344CB8AC3E}">
        <p14:creationId xmlns:p14="http://schemas.microsoft.com/office/powerpoint/2010/main" val="10276734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BCA2C9-8456-4CB1-BCAD-9B1DF16FC9ED}" type="slidenum">
              <a:rPr lang="en-US" altLang="en-US" smtClean="0"/>
              <a:pPr/>
              <a:t>8</a:t>
            </a:fld>
            <a:endParaRPr lang="en-US" altLang="en-US"/>
          </a:p>
        </p:txBody>
      </p:sp>
    </p:spTree>
    <p:extLst>
      <p:ext uri="{BB962C8B-B14F-4D97-AF65-F5344CB8AC3E}">
        <p14:creationId xmlns:p14="http://schemas.microsoft.com/office/powerpoint/2010/main" val="11322782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BCA2C9-8456-4CB1-BCAD-9B1DF16FC9ED}" type="slidenum">
              <a:rPr lang="en-US" altLang="en-US" smtClean="0"/>
              <a:pPr/>
              <a:t>9</a:t>
            </a:fld>
            <a:endParaRPr lang="en-US" altLang="en-US"/>
          </a:p>
        </p:txBody>
      </p:sp>
    </p:spTree>
    <p:extLst>
      <p:ext uri="{BB962C8B-B14F-4D97-AF65-F5344CB8AC3E}">
        <p14:creationId xmlns:p14="http://schemas.microsoft.com/office/powerpoint/2010/main" val="37420696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BCA2C9-8456-4CB1-BCAD-9B1DF16FC9ED}" type="slidenum">
              <a:rPr lang="en-US" altLang="en-US" smtClean="0"/>
              <a:pPr/>
              <a:t>10</a:t>
            </a:fld>
            <a:endParaRPr lang="en-US" altLang="en-US"/>
          </a:p>
        </p:txBody>
      </p:sp>
    </p:spTree>
    <p:extLst>
      <p:ext uri="{BB962C8B-B14F-4D97-AF65-F5344CB8AC3E}">
        <p14:creationId xmlns:p14="http://schemas.microsoft.com/office/powerpoint/2010/main" val="14197397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BCA2C9-8456-4CB1-BCAD-9B1DF16FC9ED}" type="slidenum">
              <a:rPr lang="en-US" altLang="en-US" smtClean="0"/>
              <a:pPr/>
              <a:t>11</a:t>
            </a:fld>
            <a:endParaRPr lang="en-US" altLang="en-US"/>
          </a:p>
        </p:txBody>
      </p:sp>
    </p:spTree>
    <p:extLst>
      <p:ext uri="{BB962C8B-B14F-4D97-AF65-F5344CB8AC3E}">
        <p14:creationId xmlns:p14="http://schemas.microsoft.com/office/powerpoint/2010/main" val="34361905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BCA2C9-8456-4CB1-BCAD-9B1DF16FC9ED}" type="slidenum">
              <a:rPr lang="en-US" altLang="en-US" smtClean="0"/>
              <a:pPr/>
              <a:t>12</a:t>
            </a:fld>
            <a:endParaRPr lang="en-US" altLang="en-US"/>
          </a:p>
        </p:txBody>
      </p:sp>
    </p:spTree>
    <p:extLst>
      <p:ext uri="{BB962C8B-B14F-4D97-AF65-F5344CB8AC3E}">
        <p14:creationId xmlns:p14="http://schemas.microsoft.com/office/powerpoint/2010/main" val="35736040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BCA2C9-8456-4CB1-BCAD-9B1DF16FC9ED}" type="slidenum">
              <a:rPr lang="en-US" altLang="en-US" smtClean="0"/>
              <a:pPr/>
              <a:t>13</a:t>
            </a:fld>
            <a:endParaRPr lang="en-US" altLang="en-US"/>
          </a:p>
        </p:txBody>
      </p:sp>
    </p:spTree>
    <p:extLst>
      <p:ext uri="{BB962C8B-B14F-4D97-AF65-F5344CB8AC3E}">
        <p14:creationId xmlns:p14="http://schemas.microsoft.com/office/powerpoint/2010/main" val="22798061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42D74-D59A-4B78-92AB-63591CE49B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FE7A3E1-1149-48CF-B2FE-7FCE435243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8E85E86-B303-4B82-A692-A6D9C3DA7723}"/>
              </a:ext>
            </a:extLst>
          </p:cNvPr>
          <p:cNvSpPr>
            <a:spLocks noGrp="1"/>
          </p:cNvSpPr>
          <p:nvPr>
            <p:ph type="dt" sz="half" idx="10"/>
          </p:nvPr>
        </p:nvSpPr>
        <p:spPr/>
        <p:txBody>
          <a:bodyPr/>
          <a:lstStyle/>
          <a:p>
            <a:fld id="{93ED638B-66DC-4A45-9DC6-42097FD71131}" type="datetimeFigureOut">
              <a:rPr lang="en-US" smtClean="0"/>
              <a:t>1/4/2021</a:t>
            </a:fld>
            <a:endParaRPr lang="en-US"/>
          </a:p>
        </p:txBody>
      </p:sp>
      <p:sp>
        <p:nvSpPr>
          <p:cNvPr id="5" name="Footer Placeholder 4">
            <a:extLst>
              <a:ext uri="{FF2B5EF4-FFF2-40B4-BE49-F238E27FC236}">
                <a16:creationId xmlns:a16="http://schemas.microsoft.com/office/drawing/2014/main" id="{5FAD6361-28A7-4534-983D-E3D828D990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883E98-D127-40ED-A79A-3A41F342A8EB}"/>
              </a:ext>
            </a:extLst>
          </p:cNvPr>
          <p:cNvSpPr>
            <a:spLocks noGrp="1"/>
          </p:cNvSpPr>
          <p:nvPr>
            <p:ph type="sldNum" sz="quarter" idx="12"/>
          </p:nvPr>
        </p:nvSpPr>
        <p:spPr/>
        <p:txBody>
          <a:bodyPr/>
          <a:lstStyle/>
          <a:p>
            <a:fld id="{3D76040A-3D65-46F1-B545-CCEC4ADA8E94}" type="slidenum">
              <a:rPr lang="en-US" smtClean="0"/>
              <a:t>‹#›</a:t>
            </a:fld>
            <a:endParaRPr lang="en-US"/>
          </a:p>
        </p:txBody>
      </p:sp>
    </p:spTree>
    <p:extLst>
      <p:ext uri="{BB962C8B-B14F-4D97-AF65-F5344CB8AC3E}">
        <p14:creationId xmlns:p14="http://schemas.microsoft.com/office/powerpoint/2010/main" val="40193596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BBA3C-0B38-4DE0-83FD-5A907FB43B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92EEA5-A3F3-489F-BC46-896FCA38A4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61439C-B96F-4332-AE18-77F3AA6A4AA2}"/>
              </a:ext>
            </a:extLst>
          </p:cNvPr>
          <p:cNvSpPr>
            <a:spLocks noGrp="1"/>
          </p:cNvSpPr>
          <p:nvPr>
            <p:ph type="dt" sz="half" idx="10"/>
          </p:nvPr>
        </p:nvSpPr>
        <p:spPr/>
        <p:txBody>
          <a:bodyPr/>
          <a:lstStyle/>
          <a:p>
            <a:fld id="{93ED638B-66DC-4A45-9DC6-42097FD71131}" type="datetimeFigureOut">
              <a:rPr lang="en-US" smtClean="0"/>
              <a:t>1/4/2021</a:t>
            </a:fld>
            <a:endParaRPr lang="en-US"/>
          </a:p>
        </p:txBody>
      </p:sp>
      <p:sp>
        <p:nvSpPr>
          <p:cNvPr id="5" name="Footer Placeholder 4">
            <a:extLst>
              <a:ext uri="{FF2B5EF4-FFF2-40B4-BE49-F238E27FC236}">
                <a16:creationId xmlns:a16="http://schemas.microsoft.com/office/drawing/2014/main" id="{AF737685-A0D7-4B1B-91CD-9F15776558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AEF4F1-AB0F-4410-A509-36013A9B44C5}"/>
              </a:ext>
            </a:extLst>
          </p:cNvPr>
          <p:cNvSpPr>
            <a:spLocks noGrp="1"/>
          </p:cNvSpPr>
          <p:nvPr>
            <p:ph type="sldNum" sz="quarter" idx="12"/>
          </p:nvPr>
        </p:nvSpPr>
        <p:spPr/>
        <p:txBody>
          <a:bodyPr/>
          <a:lstStyle/>
          <a:p>
            <a:fld id="{3D76040A-3D65-46F1-B545-CCEC4ADA8E94}" type="slidenum">
              <a:rPr lang="en-US" smtClean="0"/>
              <a:t>‹#›</a:t>
            </a:fld>
            <a:endParaRPr lang="en-US"/>
          </a:p>
        </p:txBody>
      </p:sp>
    </p:spTree>
    <p:extLst>
      <p:ext uri="{BB962C8B-B14F-4D97-AF65-F5344CB8AC3E}">
        <p14:creationId xmlns:p14="http://schemas.microsoft.com/office/powerpoint/2010/main" val="4083619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8C1C6-4CDF-4C87-ACD7-FE07D09B69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5CD991C-4F21-4A46-A091-D619D8FC263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F183D34-C4F1-4D26-80DD-0F17B02D22EA}"/>
              </a:ext>
            </a:extLst>
          </p:cNvPr>
          <p:cNvSpPr>
            <a:spLocks noGrp="1"/>
          </p:cNvSpPr>
          <p:nvPr>
            <p:ph type="dt" sz="half" idx="10"/>
          </p:nvPr>
        </p:nvSpPr>
        <p:spPr/>
        <p:txBody>
          <a:bodyPr/>
          <a:lstStyle/>
          <a:p>
            <a:fld id="{93ED638B-66DC-4A45-9DC6-42097FD71131}" type="datetimeFigureOut">
              <a:rPr lang="en-US" smtClean="0"/>
              <a:t>1/4/2021</a:t>
            </a:fld>
            <a:endParaRPr lang="en-US"/>
          </a:p>
        </p:txBody>
      </p:sp>
      <p:sp>
        <p:nvSpPr>
          <p:cNvPr id="5" name="Footer Placeholder 4">
            <a:extLst>
              <a:ext uri="{FF2B5EF4-FFF2-40B4-BE49-F238E27FC236}">
                <a16:creationId xmlns:a16="http://schemas.microsoft.com/office/drawing/2014/main" id="{BC1FAF5A-AA01-4E9B-B0BE-D9792126E2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6565BB-199C-4459-B9B5-87826E8D8DBE}"/>
              </a:ext>
            </a:extLst>
          </p:cNvPr>
          <p:cNvSpPr>
            <a:spLocks noGrp="1"/>
          </p:cNvSpPr>
          <p:nvPr>
            <p:ph type="sldNum" sz="quarter" idx="12"/>
          </p:nvPr>
        </p:nvSpPr>
        <p:spPr/>
        <p:txBody>
          <a:bodyPr/>
          <a:lstStyle/>
          <a:p>
            <a:fld id="{3D76040A-3D65-46F1-B545-CCEC4ADA8E94}" type="slidenum">
              <a:rPr lang="en-US" smtClean="0"/>
              <a:t>‹#›</a:t>
            </a:fld>
            <a:endParaRPr lang="en-US"/>
          </a:p>
        </p:txBody>
      </p:sp>
    </p:spTree>
    <p:extLst>
      <p:ext uri="{BB962C8B-B14F-4D97-AF65-F5344CB8AC3E}">
        <p14:creationId xmlns:p14="http://schemas.microsoft.com/office/powerpoint/2010/main" val="8980455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E59E2-DB6B-46B7-97D5-DFAF62489F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009096C-9669-4A95-8847-BCD4CD0B3F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F14F354-205B-4F71-828E-0C6D99D7410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A8A3246-FBD5-4A46-83A4-DD78DB90A3FB}"/>
              </a:ext>
            </a:extLst>
          </p:cNvPr>
          <p:cNvSpPr>
            <a:spLocks noGrp="1"/>
          </p:cNvSpPr>
          <p:nvPr>
            <p:ph type="dt" sz="half" idx="10"/>
          </p:nvPr>
        </p:nvSpPr>
        <p:spPr/>
        <p:txBody>
          <a:bodyPr/>
          <a:lstStyle/>
          <a:p>
            <a:fld id="{93ED638B-66DC-4A45-9DC6-42097FD71131}" type="datetimeFigureOut">
              <a:rPr lang="en-US" smtClean="0"/>
              <a:t>1/4/2021</a:t>
            </a:fld>
            <a:endParaRPr lang="en-US"/>
          </a:p>
        </p:txBody>
      </p:sp>
      <p:sp>
        <p:nvSpPr>
          <p:cNvPr id="6" name="Footer Placeholder 5">
            <a:extLst>
              <a:ext uri="{FF2B5EF4-FFF2-40B4-BE49-F238E27FC236}">
                <a16:creationId xmlns:a16="http://schemas.microsoft.com/office/drawing/2014/main" id="{0919B526-8131-4DCA-89E5-014B3039F9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116AFB-8087-4E4C-BDAB-F4A3C390EB05}"/>
              </a:ext>
            </a:extLst>
          </p:cNvPr>
          <p:cNvSpPr>
            <a:spLocks noGrp="1"/>
          </p:cNvSpPr>
          <p:nvPr>
            <p:ph type="sldNum" sz="quarter" idx="12"/>
          </p:nvPr>
        </p:nvSpPr>
        <p:spPr/>
        <p:txBody>
          <a:bodyPr/>
          <a:lstStyle/>
          <a:p>
            <a:fld id="{3D76040A-3D65-46F1-B545-CCEC4ADA8E94}" type="slidenum">
              <a:rPr lang="en-US" smtClean="0"/>
              <a:t>‹#›</a:t>
            </a:fld>
            <a:endParaRPr lang="en-US"/>
          </a:p>
        </p:txBody>
      </p:sp>
    </p:spTree>
    <p:extLst>
      <p:ext uri="{BB962C8B-B14F-4D97-AF65-F5344CB8AC3E}">
        <p14:creationId xmlns:p14="http://schemas.microsoft.com/office/powerpoint/2010/main" val="20322126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6AC1D-822A-4AAE-97CD-B8B32DE59CA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3965E02-C22E-4CE8-A1AF-D1A9F041A9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185DE2-95A0-4631-9EC1-381F72634BD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984F31C-A2CA-4823-85F2-89FC7E4ABE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705B850-951A-47BE-A336-3B49D8037F1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2D94153-75DC-4A83-903D-80DEF7F2F41E}"/>
              </a:ext>
            </a:extLst>
          </p:cNvPr>
          <p:cNvSpPr>
            <a:spLocks noGrp="1"/>
          </p:cNvSpPr>
          <p:nvPr>
            <p:ph type="dt" sz="half" idx="10"/>
          </p:nvPr>
        </p:nvSpPr>
        <p:spPr/>
        <p:txBody>
          <a:bodyPr/>
          <a:lstStyle/>
          <a:p>
            <a:fld id="{93ED638B-66DC-4A45-9DC6-42097FD71131}" type="datetimeFigureOut">
              <a:rPr lang="en-US" smtClean="0"/>
              <a:t>1/4/2021</a:t>
            </a:fld>
            <a:endParaRPr lang="en-US"/>
          </a:p>
        </p:txBody>
      </p:sp>
      <p:sp>
        <p:nvSpPr>
          <p:cNvPr id="8" name="Footer Placeholder 7">
            <a:extLst>
              <a:ext uri="{FF2B5EF4-FFF2-40B4-BE49-F238E27FC236}">
                <a16:creationId xmlns:a16="http://schemas.microsoft.com/office/drawing/2014/main" id="{25E3C53C-E50C-4F27-AB2C-276E0467CAA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18C732D-ECEE-4B5D-9F00-71D0D9249B9F}"/>
              </a:ext>
            </a:extLst>
          </p:cNvPr>
          <p:cNvSpPr>
            <a:spLocks noGrp="1"/>
          </p:cNvSpPr>
          <p:nvPr>
            <p:ph type="sldNum" sz="quarter" idx="12"/>
          </p:nvPr>
        </p:nvSpPr>
        <p:spPr/>
        <p:txBody>
          <a:bodyPr/>
          <a:lstStyle/>
          <a:p>
            <a:fld id="{3D76040A-3D65-46F1-B545-CCEC4ADA8E94}" type="slidenum">
              <a:rPr lang="en-US" smtClean="0"/>
              <a:t>‹#›</a:t>
            </a:fld>
            <a:endParaRPr lang="en-US"/>
          </a:p>
        </p:txBody>
      </p:sp>
    </p:spTree>
    <p:extLst>
      <p:ext uri="{BB962C8B-B14F-4D97-AF65-F5344CB8AC3E}">
        <p14:creationId xmlns:p14="http://schemas.microsoft.com/office/powerpoint/2010/main" val="218180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E01EE-5AD6-4E0E-845C-CD0753120DE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5C3380-3C2A-44E8-92EE-F171849B0120}"/>
              </a:ext>
            </a:extLst>
          </p:cNvPr>
          <p:cNvSpPr>
            <a:spLocks noGrp="1"/>
          </p:cNvSpPr>
          <p:nvPr>
            <p:ph type="dt" sz="half" idx="10"/>
          </p:nvPr>
        </p:nvSpPr>
        <p:spPr/>
        <p:txBody>
          <a:bodyPr/>
          <a:lstStyle/>
          <a:p>
            <a:fld id="{93ED638B-66DC-4A45-9DC6-42097FD71131}" type="datetimeFigureOut">
              <a:rPr lang="en-US" smtClean="0"/>
              <a:t>1/4/2021</a:t>
            </a:fld>
            <a:endParaRPr lang="en-US"/>
          </a:p>
        </p:txBody>
      </p:sp>
      <p:sp>
        <p:nvSpPr>
          <p:cNvPr id="4" name="Footer Placeholder 3">
            <a:extLst>
              <a:ext uri="{FF2B5EF4-FFF2-40B4-BE49-F238E27FC236}">
                <a16:creationId xmlns:a16="http://schemas.microsoft.com/office/drawing/2014/main" id="{83F83595-EBDE-4D9C-9456-E83D4C04216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055A60C-9E6A-4C80-9A39-C954B2C3B86A}"/>
              </a:ext>
            </a:extLst>
          </p:cNvPr>
          <p:cNvSpPr>
            <a:spLocks noGrp="1"/>
          </p:cNvSpPr>
          <p:nvPr>
            <p:ph type="sldNum" sz="quarter" idx="12"/>
          </p:nvPr>
        </p:nvSpPr>
        <p:spPr/>
        <p:txBody>
          <a:bodyPr/>
          <a:lstStyle/>
          <a:p>
            <a:fld id="{3D76040A-3D65-46F1-B545-CCEC4ADA8E94}" type="slidenum">
              <a:rPr lang="en-US" smtClean="0"/>
              <a:t>‹#›</a:t>
            </a:fld>
            <a:endParaRPr lang="en-US"/>
          </a:p>
        </p:txBody>
      </p:sp>
    </p:spTree>
    <p:extLst>
      <p:ext uri="{BB962C8B-B14F-4D97-AF65-F5344CB8AC3E}">
        <p14:creationId xmlns:p14="http://schemas.microsoft.com/office/powerpoint/2010/main" val="11155242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389AA7-F795-4BD2-8533-0D0CBC15E16D}"/>
              </a:ext>
            </a:extLst>
          </p:cNvPr>
          <p:cNvSpPr>
            <a:spLocks noGrp="1"/>
          </p:cNvSpPr>
          <p:nvPr>
            <p:ph type="dt" sz="half" idx="10"/>
          </p:nvPr>
        </p:nvSpPr>
        <p:spPr/>
        <p:txBody>
          <a:bodyPr/>
          <a:lstStyle/>
          <a:p>
            <a:fld id="{93ED638B-66DC-4A45-9DC6-42097FD71131}" type="datetimeFigureOut">
              <a:rPr lang="en-US" smtClean="0"/>
              <a:t>1/4/2021</a:t>
            </a:fld>
            <a:endParaRPr lang="en-US"/>
          </a:p>
        </p:txBody>
      </p:sp>
      <p:sp>
        <p:nvSpPr>
          <p:cNvPr id="3" name="Footer Placeholder 2">
            <a:extLst>
              <a:ext uri="{FF2B5EF4-FFF2-40B4-BE49-F238E27FC236}">
                <a16:creationId xmlns:a16="http://schemas.microsoft.com/office/drawing/2014/main" id="{E6C25932-998F-4952-95F6-5D87D5FA56A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58399A4-04D2-49D3-9770-F30ABF212448}"/>
              </a:ext>
            </a:extLst>
          </p:cNvPr>
          <p:cNvSpPr>
            <a:spLocks noGrp="1"/>
          </p:cNvSpPr>
          <p:nvPr>
            <p:ph type="sldNum" sz="quarter" idx="12"/>
          </p:nvPr>
        </p:nvSpPr>
        <p:spPr/>
        <p:txBody>
          <a:bodyPr/>
          <a:lstStyle/>
          <a:p>
            <a:fld id="{3D76040A-3D65-46F1-B545-CCEC4ADA8E94}" type="slidenum">
              <a:rPr lang="en-US" smtClean="0"/>
              <a:t>‹#›</a:t>
            </a:fld>
            <a:endParaRPr lang="en-US"/>
          </a:p>
        </p:txBody>
      </p:sp>
    </p:spTree>
    <p:extLst>
      <p:ext uri="{BB962C8B-B14F-4D97-AF65-F5344CB8AC3E}">
        <p14:creationId xmlns:p14="http://schemas.microsoft.com/office/powerpoint/2010/main" val="28744924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E129F-8413-497F-9AE0-A7F6DB6178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A5D1BAA-5CB3-40D0-B075-FAC82A56E2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B16B6F-D24C-466F-A3AE-E0EA95E058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32BD6-A197-4F8B-A535-E7CF16739F64}"/>
              </a:ext>
            </a:extLst>
          </p:cNvPr>
          <p:cNvSpPr>
            <a:spLocks noGrp="1"/>
          </p:cNvSpPr>
          <p:nvPr>
            <p:ph type="dt" sz="half" idx="10"/>
          </p:nvPr>
        </p:nvSpPr>
        <p:spPr/>
        <p:txBody>
          <a:bodyPr/>
          <a:lstStyle/>
          <a:p>
            <a:fld id="{93ED638B-66DC-4A45-9DC6-42097FD71131}" type="datetimeFigureOut">
              <a:rPr lang="en-US" smtClean="0"/>
              <a:t>1/4/2021</a:t>
            </a:fld>
            <a:endParaRPr lang="en-US"/>
          </a:p>
        </p:txBody>
      </p:sp>
      <p:sp>
        <p:nvSpPr>
          <p:cNvPr id="6" name="Footer Placeholder 5">
            <a:extLst>
              <a:ext uri="{FF2B5EF4-FFF2-40B4-BE49-F238E27FC236}">
                <a16:creationId xmlns:a16="http://schemas.microsoft.com/office/drawing/2014/main" id="{703A85EC-9365-48A8-A5A2-EC54F99274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93B910-7002-4E03-800A-0B0B6A8431E2}"/>
              </a:ext>
            </a:extLst>
          </p:cNvPr>
          <p:cNvSpPr>
            <a:spLocks noGrp="1"/>
          </p:cNvSpPr>
          <p:nvPr>
            <p:ph type="sldNum" sz="quarter" idx="12"/>
          </p:nvPr>
        </p:nvSpPr>
        <p:spPr/>
        <p:txBody>
          <a:bodyPr/>
          <a:lstStyle/>
          <a:p>
            <a:fld id="{3D76040A-3D65-46F1-B545-CCEC4ADA8E94}" type="slidenum">
              <a:rPr lang="en-US" smtClean="0"/>
              <a:t>‹#›</a:t>
            </a:fld>
            <a:endParaRPr lang="en-US"/>
          </a:p>
        </p:txBody>
      </p:sp>
    </p:spTree>
    <p:extLst>
      <p:ext uri="{BB962C8B-B14F-4D97-AF65-F5344CB8AC3E}">
        <p14:creationId xmlns:p14="http://schemas.microsoft.com/office/powerpoint/2010/main" val="6787876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6BD6B-DD77-4F91-8215-02E55B08B6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A1AA056-A314-447F-9AD2-6C92AC5BB27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666A033-B053-4226-A013-1D7E079007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4FC166-DE88-4CE1-A422-AEE36EB33F2F}"/>
              </a:ext>
            </a:extLst>
          </p:cNvPr>
          <p:cNvSpPr>
            <a:spLocks noGrp="1"/>
          </p:cNvSpPr>
          <p:nvPr>
            <p:ph type="dt" sz="half" idx="10"/>
          </p:nvPr>
        </p:nvSpPr>
        <p:spPr/>
        <p:txBody>
          <a:bodyPr/>
          <a:lstStyle/>
          <a:p>
            <a:fld id="{93ED638B-66DC-4A45-9DC6-42097FD71131}" type="datetimeFigureOut">
              <a:rPr lang="en-US" smtClean="0"/>
              <a:t>1/4/2021</a:t>
            </a:fld>
            <a:endParaRPr lang="en-US"/>
          </a:p>
        </p:txBody>
      </p:sp>
      <p:sp>
        <p:nvSpPr>
          <p:cNvPr id="6" name="Footer Placeholder 5">
            <a:extLst>
              <a:ext uri="{FF2B5EF4-FFF2-40B4-BE49-F238E27FC236}">
                <a16:creationId xmlns:a16="http://schemas.microsoft.com/office/drawing/2014/main" id="{945EE352-962A-4EA7-A7E9-3A7A733B68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FF9729-DF10-44D9-8DB9-523C65E9A263}"/>
              </a:ext>
            </a:extLst>
          </p:cNvPr>
          <p:cNvSpPr>
            <a:spLocks noGrp="1"/>
          </p:cNvSpPr>
          <p:nvPr>
            <p:ph type="sldNum" sz="quarter" idx="12"/>
          </p:nvPr>
        </p:nvSpPr>
        <p:spPr/>
        <p:txBody>
          <a:bodyPr/>
          <a:lstStyle/>
          <a:p>
            <a:fld id="{3D76040A-3D65-46F1-B545-CCEC4ADA8E94}" type="slidenum">
              <a:rPr lang="en-US" smtClean="0"/>
              <a:t>‹#›</a:t>
            </a:fld>
            <a:endParaRPr lang="en-US"/>
          </a:p>
        </p:txBody>
      </p:sp>
    </p:spTree>
    <p:extLst>
      <p:ext uri="{BB962C8B-B14F-4D97-AF65-F5344CB8AC3E}">
        <p14:creationId xmlns:p14="http://schemas.microsoft.com/office/powerpoint/2010/main" val="101980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0C7A1-6588-417B-8DF4-10E411A16C1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905007C-1D08-457D-B660-10FE3A803F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3D9341-F899-482E-B985-883513D4F348}"/>
              </a:ext>
            </a:extLst>
          </p:cNvPr>
          <p:cNvSpPr>
            <a:spLocks noGrp="1"/>
          </p:cNvSpPr>
          <p:nvPr>
            <p:ph type="dt" sz="half" idx="10"/>
          </p:nvPr>
        </p:nvSpPr>
        <p:spPr/>
        <p:txBody>
          <a:bodyPr/>
          <a:lstStyle/>
          <a:p>
            <a:fld id="{93ED638B-66DC-4A45-9DC6-42097FD71131}" type="datetimeFigureOut">
              <a:rPr lang="en-US" smtClean="0"/>
              <a:t>1/4/2021</a:t>
            </a:fld>
            <a:endParaRPr lang="en-US"/>
          </a:p>
        </p:txBody>
      </p:sp>
      <p:sp>
        <p:nvSpPr>
          <p:cNvPr id="5" name="Footer Placeholder 4">
            <a:extLst>
              <a:ext uri="{FF2B5EF4-FFF2-40B4-BE49-F238E27FC236}">
                <a16:creationId xmlns:a16="http://schemas.microsoft.com/office/drawing/2014/main" id="{B69C3B8B-0150-44F8-9432-EF2EA4F805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E9AF96-991F-4367-B23C-BF48A0303175}"/>
              </a:ext>
            </a:extLst>
          </p:cNvPr>
          <p:cNvSpPr>
            <a:spLocks noGrp="1"/>
          </p:cNvSpPr>
          <p:nvPr>
            <p:ph type="sldNum" sz="quarter" idx="12"/>
          </p:nvPr>
        </p:nvSpPr>
        <p:spPr/>
        <p:txBody>
          <a:bodyPr/>
          <a:lstStyle/>
          <a:p>
            <a:fld id="{3D76040A-3D65-46F1-B545-CCEC4ADA8E94}" type="slidenum">
              <a:rPr lang="en-US" smtClean="0"/>
              <a:t>‹#›</a:t>
            </a:fld>
            <a:endParaRPr lang="en-US"/>
          </a:p>
        </p:txBody>
      </p:sp>
    </p:spTree>
    <p:extLst>
      <p:ext uri="{BB962C8B-B14F-4D97-AF65-F5344CB8AC3E}">
        <p14:creationId xmlns:p14="http://schemas.microsoft.com/office/powerpoint/2010/main" val="1106119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E2BD56-27B5-4B2C-ACAF-3F502C449A2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D729A22-D121-4D5D-A51D-CF8E87681CD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4683C2-2695-47E1-8A74-20C9EBF9B81C}"/>
              </a:ext>
            </a:extLst>
          </p:cNvPr>
          <p:cNvSpPr>
            <a:spLocks noGrp="1"/>
          </p:cNvSpPr>
          <p:nvPr>
            <p:ph type="dt" sz="half" idx="10"/>
          </p:nvPr>
        </p:nvSpPr>
        <p:spPr/>
        <p:txBody>
          <a:bodyPr/>
          <a:lstStyle/>
          <a:p>
            <a:fld id="{93ED638B-66DC-4A45-9DC6-42097FD71131}" type="datetimeFigureOut">
              <a:rPr lang="en-US" smtClean="0"/>
              <a:t>1/4/2021</a:t>
            </a:fld>
            <a:endParaRPr lang="en-US"/>
          </a:p>
        </p:txBody>
      </p:sp>
      <p:sp>
        <p:nvSpPr>
          <p:cNvPr id="5" name="Footer Placeholder 4">
            <a:extLst>
              <a:ext uri="{FF2B5EF4-FFF2-40B4-BE49-F238E27FC236}">
                <a16:creationId xmlns:a16="http://schemas.microsoft.com/office/drawing/2014/main" id="{D5600A8B-E252-42B5-8FF9-6D1F43AA17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03B382-58F4-4362-8BD8-CB56804A52D2}"/>
              </a:ext>
            </a:extLst>
          </p:cNvPr>
          <p:cNvSpPr>
            <a:spLocks noGrp="1"/>
          </p:cNvSpPr>
          <p:nvPr>
            <p:ph type="sldNum" sz="quarter" idx="12"/>
          </p:nvPr>
        </p:nvSpPr>
        <p:spPr/>
        <p:txBody>
          <a:bodyPr/>
          <a:lstStyle/>
          <a:p>
            <a:fld id="{3D76040A-3D65-46F1-B545-CCEC4ADA8E94}" type="slidenum">
              <a:rPr lang="en-US" smtClean="0"/>
              <a:t>‹#›</a:t>
            </a:fld>
            <a:endParaRPr lang="en-US"/>
          </a:p>
        </p:txBody>
      </p:sp>
    </p:spTree>
    <p:extLst>
      <p:ext uri="{BB962C8B-B14F-4D97-AF65-F5344CB8AC3E}">
        <p14:creationId xmlns:p14="http://schemas.microsoft.com/office/powerpoint/2010/main" val="1483172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E31CEF-798A-4C5E-8260-2EA1846B83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DD18AAD-EB68-4D44-A4CE-CA5F40E36A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A9FE23-76EA-45A4-8279-0660975B956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ED638B-66DC-4A45-9DC6-42097FD71131}" type="datetimeFigureOut">
              <a:rPr lang="en-US" smtClean="0"/>
              <a:t>1/4/2021</a:t>
            </a:fld>
            <a:endParaRPr lang="en-US"/>
          </a:p>
        </p:txBody>
      </p:sp>
      <p:sp>
        <p:nvSpPr>
          <p:cNvPr id="5" name="Footer Placeholder 4">
            <a:extLst>
              <a:ext uri="{FF2B5EF4-FFF2-40B4-BE49-F238E27FC236}">
                <a16:creationId xmlns:a16="http://schemas.microsoft.com/office/drawing/2014/main" id="{1CB41398-4850-47D7-AF55-9AFE3136A7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83C4F02-098C-44BB-8EBF-07984CE6F0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76040A-3D65-46F1-B545-CCEC4ADA8E94}" type="slidenum">
              <a:rPr lang="en-US" smtClean="0"/>
              <a:t>‹#›</a:t>
            </a:fld>
            <a:endParaRPr lang="en-US"/>
          </a:p>
        </p:txBody>
      </p:sp>
    </p:spTree>
    <p:extLst>
      <p:ext uri="{BB962C8B-B14F-4D97-AF65-F5344CB8AC3E}">
        <p14:creationId xmlns:p14="http://schemas.microsoft.com/office/powerpoint/2010/main" val="10219438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7" name="Rectangle 146">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157" name="Picture 49156" descr="A circuit board&#10;&#10;Description automatically generated">
            <a:extLst>
              <a:ext uri="{FF2B5EF4-FFF2-40B4-BE49-F238E27FC236}">
                <a16:creationId xmlns:a16="http://schemas.microsoft.com/office/drawing/2014/main" id="{C89E07B5-2165-43C3-A90B-B5039EC794B8}"/>
              </a:ext>
            </a:extLst>
          </p:cNvPr>
          <p:cNvPicPr>
            <a:picLocks noChangeAspect="1"/>
          </p:cNvPicPr>
          <p:nvPr/>
        </p:nvPicPr>
        <p:blipFill rotWithShape="1">
          <a:blip r:embed="rId3"/>
          <a:srcRect/>
          <a:stretch/>
        </p:blipFill>
        <p:spPr>
          <a:xfrm>
            <a:off x="-3047" y="10"/>
            <a:ext cx="12191999" cy="6857990"/>
          </a:xfrm>
          <a:prstGeom prst="rect">
            <a:avLst/>
          </a:prstGeom>
        </p:spPr>
      </p:pic>
      <p:sp>
        <p:nvSpPr>
          <p:cNvPr id="149" name="Rectangle 148">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154" name="Rectangle 2">
            <a:extLst>
              <a:ext uri="{FF2B5EF4-FFF2-40B4-BE49-F238E27FC236}">
                <a16:creationId xmlns:a16="http://schemas.microsoft.com/office/drawing/2014/main" id="{B342D1C8-91F9-4725-B67D-F70369DB3D4C}"/>
              </a:ext>
            </a:extLst>
          </p:cNvPr>
          <p:cNvSpPr>
            <a:spLocks noGrp="1" noChangeArrowheads="1"/>
          </p:cNvSpPr>
          <p:nvPr>
            <p:ph type="title"/>
          </p:nvPr>
        </p:nvSpPr>
        <p:spPr>
          <a:xfrm>
            <a:off x="659958" y="855637"/>
            <a:ext cx="10058400" cy="3574778"/>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altLang="en-US" sz="5200" b="1" dirty="0">
                <a:solidFill>
                  <a:srgbClr val="FFFFFF"/>
                </a:solidFill>
              </a:rPr>
              <a:t>IP Security</a:t>
            </a:r>
          </a:p>
        </p:txBody>
      </p:sp>
      <p:sp>
        <p:nvSpPr>
          <p:cNvPr id="5" name="Slide Number Placeholder 5">
            <a:extLst>
              <a:ext uri="{FF2B5EF4-FFF2-40B4-BE49-F238E27FC236}">
                <a16:creationId xmlns:a16="http://schemas.microsoft.com/office/drawing/2014/main" id="{6FFFA20F-71E1-43C2-888D-5F7CCF9710F0}"/>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58CF0044-7DFD-4315-AB9E-604B8F3BC34C}" type="slidenum">
              <a:rPr lang="en-US" altLang="en-US">
                <a:solidFill>
                  <a:srgbClr val="FFFFFF"/>
                </a:solidFill>
                <a:latin typeface="Calibri" panose="020F0502020204030204"/>
              </a:rPr>
              <a:pPr>
                <a:spcAft>
                  <a:spcPts val="600"/>
                </a:spcAft>
                <a:defRPr/>
              </a:pPr>
              <a:t>1</a:t>
            </a:fld>
            <a:endParaRPr lang="en-US" altLang="en-US">
              <a:solidFill>
                <a:srgbClr val="FFFFFF"/>
              </a:solidFill>
              <a:latin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2" name="Rectangle 191">
            <a:extLst>
              <a:ext uri="{FF2B5EF4-FFF2-40B4-BE49-F238E27FC236}">
                <a16:creationId xmlns:a16="http://schemas.microsoft.com/office/drawing/2014/main" id="{460B0EFB-53ED-4F35-B05D-F658EA021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9157" name="Picture 49156">
            <a:extLst>
              <a:ext uri="{FF2B5EF4-FFF2-40B4-BE49-F238E27FC236}">
                <a16:creationId xmlns:a16="http://schemas.microsoft.com/office/drawing/2014/main" id="{C89E07B5-2165-43C3-A90B-B5039EC794B8}"/>
              </a:ext>
            </a:extLst>
          </p:cNvPr>
          <p:cNvPicPr>
            <a:picLocks noChangeAspect="1"/>
          </p:cNvPicPr>
          <p:nvPr/>
        </p:nvPicPr>
        <p:blipFill rotWithShape="1">
          <a:blip r:embed="rId3"/>
          <a:srcRect l="32556" r="27618"/>
          <a:stretch/>
        </p:blipFill>
        <p:spPr>
          <a:xfrm>
            <a:off x="-7366" y="10"/>
            <a:ext cx="4855591" cy="6857990"/>
          </a:xfrm>
          <a:custGeom>
            <a:avLst/>
            <a:gdLst/>
            <a:ahLst/>
            <a:cxnLst/>
            <a:rect l="l" t="t" r="r" b="b"/>
            <a:pathLst>
              <a:path w="4636517" h="6858000">
                <a:moveTo>
                  <a:pt x="0" y="0"/>
                </a:moveTo>
                <a:lnTo>
                  <a:pt x="4636517" y="0"/>
                </a:lnTo>
                <a:lnTo>
                  <a:pt x="4636517" y="6858000"/>
                </a:lnTo>
                <a:lnTo>
                  <a:pt x="0" y="6858000"/>
                </a:lnTo>
                <a:close/>
              </a:path>
            </a:pathLst>
          </a:custGeom>
        </p:spPr>
      </p:pic>
      <p:sp>
        <p:nvSpPr>
          <p:cNvPr id="49166" name="Arc 192">
            <a:extLst>
              <a:ext uri="{FF2B5EF4-FFF2-40B4-BE49-F238E27FC236}">
                <a16:creationId xmlns:a16="http://schemas.microsoft.com/office/drawing/2014/main" id="{835EF3DD-7D43-4A27-8967-A92FD8CC93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3531" y="407987"/>
            <a:ext cx="2987899" cy="2987899"/>
          </a:xfrm>
          <a:prstGeom prst="arc">
            <a:avLst>
              <a:gd name="adj1" fmla="val 16200000"/>
              <a:gd name="adj2" fmla="val 256372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9154" name="Rectangle 2">
            <a:extLst>
              <a:ext uri="{FF2B5EF4-FFF2-40B4-BE49-F238E27FC236}">
                <a16:creationId xmlns:a16="http://schemas.microsoft.com/office/drawing/2014/main" id="{B342D1C8-91F9-4725-B67D-F70369DB3D4C}"/>
              </a:ext>
            </a:extLst>
          </p:cNvPr>
          <p:cNvSpPr>
            <a:spLocks noGrp="1" noChangeArrowheads="1"/>
          </p:cNvSpPr>
          <p:nvPr>
            <p:ph type="title"/>
          </p:nvPr>
        </p:nvSpPr>
        <p:spPr>
          <a:xfrm>
            <a:off x="5827048" y="407987"/>
            <a:ext cx="5721484" cy="1325563"/>
          </a:xfrm>
        </p:spPr>
        <p:txBody>
          <a:bodyPr>
            <a:normAutofit/>
          </a:bodyPr>
          <a:lstStyle/>
          <a:p>
            <a:r>
              <a:rPr lang="en-US" altLang="en-US" b="1" dirty="0"/>
              <a:t>IP Security</a:t>
            </a:r>
          </a:p>
        </p:txBody>
      </p:sp>
      <p:sp>
        <p:nvSpPr>
          <p:cNvPr id="49155" name="Rectangle 3">
            <a:extLst>
              <a:ext uri="{FF2B5EF4-FFF2-40B4-BE49-F238E27FC236}">
                <a16:creationId xmlns:a16="http://schemas.microsoft.com/office/drawing/2014/main" id="{73E07022-EEFD-4EC7-9E94-2FC03CB79EF9}"/>
              </a:ext>
            </a:extLst>
          </p:cNvPr>
          <p:cNvSpPr>
            <a:spLocks noGrp="1" noChangeArrowheads="1"/>
          </p:cNvSpPr>
          <p:nvPr>
            <p:ph type="body" idx="1"/>
          </p:nvPr>
        </p:nvSpPr>
        <p:spPr>
          <a:xfrm>
            <a:off x="5827048" y="1868487"/>
            <a:ext cx="5721484" cy="4351338"/>
          </a:xfrm>
        </p:spPr>
        <p:txBody>
          <a:bodyPr>
            <a:normAutofit/>
          </a:bodyPr>
          <a:lstStyle/>
          <a:p>
            <a:pPr marL="0" indent="0">
              <a:buNone/>
            </a:pPr>
            <a:r>
              <a:rPr lang="en-US" altLang="en-US" sz="3600" dirty="0" err="1"/>
              <a:t>IPSec</a:t>
            </a:r>
            <a:r>
              <a:rPr lang="en-US" altLang="en-US" sz="3600" dirty="0"/>
              <a:t> provides the capability to secure communications across a LAN, across private and public wide area networks (WANs) and across the Internet.</a:t>
            </a:r>
          </a:p>
          <a:p>
            <a:endParaRPr lang="en-US" altLang="en-US" dirty="0"/>
          </a:p>
        </p:txBody>
      </p:sp>
      <p:sp>
        <p:nvSpPr>
          <p:cNvPr id="5" name="Slide Number Placeholder 5">
            <a:extLst>
              <a:ext uri="{FF2B5EF4-FFF2-40B4-BE49-F238E27FC236}">
                <a16:creationId xmlns:a16="http://schemas.microsoft.com/office/drawing/2014/main" id="{6FFFA20F-71E1-43C2-888D-5F7CCF9710F0}"/>
              </a:ext>
            </a:extLst>
          </p:cNvPr>
          <p:cNvSpPr>
            <a:spLocks noGrp="1"/>
          </p:cNvSpPr>
          <p:nvPr>
            <p:ph type="sldNum" sz="quarter" idx="12"/>
          </p:nvPr>
        </p:nvSpPr>
        <p:spPr>
          <a:xfrm>
            <a:off x="10047382" y="6356350"/>
            <a:ext cx="1306417" cy="365125"/>
          </a:xfrm>
        </p:spPr>
        <p:txBody>
          <a:bodyPr>
            <a:normAutofit/>
          </a:bodyPr>
          <a:lstStyle/>
          <a:p>
            <a:pPr>
              <a:spcAft>
                <a:spcPts val="600"/>
              </a:spcAft>
            </a:pPr>
            <a:fld id="{58CF0044-7DFD-4315-AB9E-604B8F3BC34C}" type="slidenum">
              <a:rPr lang="en-US" altLang="en-US"/>
              <a:pPr>
                <a:spcAft>
                  <a:spcPts val="600"/>
                </a:spcAft>
              </a:pPr>
              <a:t>2</a:t>
            </a:fld>
            <a:endParaRPr lang="en-US" altLang="en-US"/>
          </a:p>
        </p:txBody>
      </p:sp>
    </p:spTree>
    <p:extLst>
      <p:ext uri="{BB962C8B-B14F-4D97-AF65-F5344CB8AC3E}">
        <p14:creationId xmlns:p14="http://schemas.microsoft.com/office/powerpoint/2010/main" val="3495284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B342D1C8-91F9-4725-B67D-F70369DB3D4C}"/>
              </a:ext>
            </a:extLst>
          </p:cNvPr>
          <p:cNvSpPr>
            <a:spLocks noGrp="1" noChangeArrowheads="1"/>
          </p:cNvSpPr>
          <p:nvPr>
            <p:ph type="title"/>
          </p:nvPr>
        </p:nvSpPr>
        <p:spPr>
          <a:xfrm>
            <a:off x="4965430" y="629268"/>
            <a:ext cx="6586491" cy="1286160"/>
          </a:xfrm>
        </p:spPr>
        <p:txBody>
          <a:bodyPr anchor="b">
            <a:normAutofit/>
          </a:bodyPr>
          <a:lstStyle/>
          <a:p>
            <a:r>
              <a:rPr lang="en-US" altLang="en-US" sz="4100"/>
              <a:t>Security in the Internet Architecture</a:t>
            </a:r>
          </a:p>
        </p:txBody>
      </p:sp>
      <p:sp>
        <p:nvSpPr>
          <p:cNvPr id="49155" name="Rectangle 3">
            <a:extLst>
              <a:ext uri="{FF2B5EF4-FFF2-40B4-BE49-F238E27FC236}">
                <a16:creationId xmlns:a16="http://schemas.microsoft.com/office/drawing/2014/main" id="{73E07022-EEFD-4EC7-9E94-2FC03CB79EF9}"/>
              </a:ext>
            </a:extLst>
          </p:cNvPr>
          <p:cNvSpPr>
            <a:spLocks noGrp="1" noChangeArrowheads="1"/>
          </p:cNvSpPr>
          <p:nvPr>
            <p:ph type="body" idx="1"/>
          </p:nvPr>
        </p:nvSpPr>
        <p:spPr>
          <a:xfrm>
            <a:off x="4965431" y="2438400"/>
            <a:ext cx="6586489" cy="3785419"/>
          </a:xfrm>
        </p:spPr>
        <p:txBody>
          <a:bodyPr>
            <a:normAutofit/>
          </a:bodyPr>
          <a:lstStyle/>
          <a:p>
            <a:r>
              <a:rPr lang="en-US" altLang="en-US" sz="2000"/>
              <a:t>Lack of security in the Internet Architecture</a:t>
            </a:r>
          </a:p>
          <a:p>
            <a:r>
              <a:rPr lang="en-US" altLang="en-US" sz="2000"/>
              <a:t>Security was left up to the applications</a:t>
            </a:r>
          </a:p>
          <a:p>
            <a:r>
              <a:rPr lang="en-US" altLang="en-US" sz="2000"/>
              <a:t>With the passage of time it was realized that universal security at the IP level will become a need and not a luxury</a:t>
            </a:r>
          </a:p>
        </p:txBody>
      </p:sp>
      <p:pic>
        <p:nvPicPr>
          <p:cNvPr id="49157" name="Picture 49156">
            <a:extLst>
              <a:ext uri="{FF2B5EF4-FFF2-40B4-BE49-F238E27FC236}">
                <a16:creationId xmlns:a16="http://schemas.microsoft.com/office/drawing/2014/main" id="{C89E07B5-2165-43C3-A90B-B5039EC794B8}"/>
              </a:ext>
            </a:extLst>
          </p:cNvPr>
          <p:cNvPicPr>
            <a:picLocks noChangeAspect="1"/>
          </p:cNvPicPr>
          <p:nvPr/>
        </p:nvPicPr>
        <p:blipFill rotWithShape="1">
          <a:blip r:embed="rId3"/>
          <a:srcRect l="33939" r="28039"/>
          <a:stretch/>
        </p:blipFill>
        <p:spPr>
          <a:xfrm>
            <a:off x="20" y="10"/>
            <a:ext cx="4635571" cy="6857990"/>
          </a:xfrm>
          <a:prstGeom prst="rect">
            <a:avLst/>
          </a:prstGeom>
          <a:effectLst/>
        </p:spPr>
      </p:pic>
      <p:cxnSp>
        <p:nvCxnSpPr>
          <p:cNvPr id="73" name="Straight Connector 72">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87ECFF"/>
            </a:solidFill>
          </a:ln>
        </p:spPr>
        <p:style>
          <a:lnRef idx="1">
            <a:schemeClr val="accent1"/>
          </a:lnRef>
          <a:fillRef idx="0">
            <a:schemeClr val="accent1"/>
          </a:fillRef>
          <a:effectRef idx="0">
            <a:schemeClr val="accent1"/>
          </a:effectRef>
          <a:fontRef idx="minor">
            <a:schemeClr val="tx1"/>
          </a:fontRef>
        </p:style>
      </p:cxnSp>
      <p:sp>
        <p:nvSpPr>
          <p:cNvPr id="5" name="Slide Number Placeholder 5">
            <a:extLst>
              <a:ext uri="{FF2B5EF4-FFF2-40B4-BE49-F238E27FC236}">
                <a16:creationId xmlns:a16="http://schemas.microsoft.com/office/drawing/2014/main" id="{6FFFA20F-71E1-43C2-888D-5F7CCF9710F0}"/>
              </a:ext>
            </a:extLst>
          </p:cNvPr>
          <p:cNvSpPr>
            <a:spLocks noGrp="1"/>
          </p:cNvSpPr>
          <p:nvPr>
            <p:ph type="sldNum" sz="quarter" idx="12"/>
          </p:nvPr>
        </p:nvSpPr>
        <p:spPr>
          <a:xfrm>
            <a:off x="10167042" y="6356350"/>
            <a:ext cx="1186758" cy="365125"/>
          </a:xfrm>
        </p:spPr>
        <p:txBody>
          <a:bodyPr>
            <a:normAutofit/>
          </a:bodyPr>
          <a:lstStyle/>
          <a:p>
            <a:pPr>
              <a:spcAft>
                <a:spcPts val="600"/>
              </a:spcAft>
            </a:pPr>
            <a:fld id="{58CF0044-7DFD-4315-AB9E-604B8F3BC34C}" type="slidenum">
              <a:rPr lang="en-US" altLang="en-US"/>
              <a:pPr>
                <a:spcAft>
                  <a:spcPts val="600"/>
                </a:spcAft>
              </a:pPr>
              <a:t>3</a:t>
            </a:fld>
            <a:endParaRPr lang="en-US" altLang="en-US"/>
          </a:p>
        </p:txBody>
      </p:sp>
    </p:spTree>
    <p:extLst>
      <p:ext uri="{BB962C8B-B14F-4D97-AF65-F5344CB8AC3E}">
        <p14:creationId xmlns:p14="http://schemas.microsoft.com/office/powerpoint/2010/main" val="49863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B342D1C8-91F9-4725-B67D-F70369DB3D4C}"/>
              </a:ext>
            </a:extLst>
          </p:cNvPr>
          <p:cNvSpPr>
            <a:spLocks noGrp="1" noChangeArrowheads="1"/>
          </p:cNvSpPr>
          <p:nvPr>
            <p:ph type="title"/>
          </p:nvPr>
        </p:nvSpPr>
        <p:spPr>
          <a:xfrm>
            <a:off x="4965430" y="629268"/>
            <a:ext cx="6586491" cy="1286160"/>
          </a:xfrm>
        </p:spPr>
        <p:txBody>
          <a:bodyPr anchor="b">
            <a:normAutofit/>
          </a:bodyPr>
          <a:lstStyle/>
          <a:p>
            <a:r>
              <a:rPr lang="en-US" altLang="en-US" sz="4000" dirty="0"/>
              <a:t>Services, Mechanisms, Algorithms</a:t>
            </a:r>
            <a:endParaRPr lang="en-US" altLang="en-US" sz="4100" dirty="0"/>
          </a:p>
        </p:txBody>
      </p:sp>
      <p:sp>
        <p:nvSpPr>
          <p:cNvPr id="49155" name="Rectangle 3">
            <a:extLst>
              <a:ext uri="{FF2B5EF4-FFF2-40B4-BE49-F238E27FC236}">
                <a16:creationId xmlns:a16="http://schemas.microsoft.com/office/drawing/2014/main" id="{73E07022-EEFD-4EC7-9E94-2FC03CB79EF9}"/>
              </a:ext>
            </a:extLst>
          </p:cNvPr>
          <p:cNvSpPr>
            <a:spLocks noGrp="1" noChangeArrowheads="1"/>
          </p:cNvSpPr>
          <p:nvPr>
            <p:ph type="body" idx="1"/>
          </p:nvPr>
        </p:nvSpPr>
        <p:spPr>
          <a:xfrm>
            <a:off x="4965431" y="2438400"/>
            <a:ext cx="6586489" cy="3785419"/>
          </a:xfrm>
        </p:spPr>
        <p:txBody>
          <a:bodyPr>
            <a:normAutofit/>
          </a:bodyPr>
          <a:lstStyle/>
          <a:p>
            <a:r>
              <a:rPr lang="en-US" altLang="en-US" sz="2000" dirty="0"/>
              <a:t>A typical security protocol provides one or more services</a:t>
            </a:r>
          </a:p>
          <a:p>
            <a:r>
              <a:rPr lang="en-US" altLang="en-US" sz="2000" dirty="0"/>
              <a:t>Services are built from mechanisms</a:t>
            </a:r>
          </a:p>
          <a:p>
            <a:r>
              <a:rPr lang="en-US" altLang="en-US" sz="2000" dirty="0"/>
              <a:t>Mechanisms are implemented using algorithms</a:t>
            </a:r>
          </a:p>
        </p:txBody>
      </p:sp>
      <p:pic>
        <p:nvPicPr>
          <p:cNvPr id="49157" name="Picture 49156">
            <a:extLst>
              <a:ext uri="{FF2B5EF4-FFF2-40B4-BE49-F238E27FC236}">
                <a16:creationId xmlns:a16="http://schemas.microsoft.com/office/drawing/2014/main" id="{C89E07B5-2165-43C3-A90B-B5039EC794B8}"/>
              </a:ext>
            </a:extLst>
          </p:cNvPr>
          <p:cNvPicPr>
            <a:picLocks noChangeAspect="1"/>
          </p:cNvPicPr>
          <p:nvPr/>
        </p:nvPicPr>
        <p:blipFill rotWithShape="1">
          <a:blip r:embed="rId3"/>
          <a:srcRect l="33939" r="28039"/>
          <a:stretch/>
        </p:blipFill>
        <p:spPr>
          <a:xfrm>
            <a:off x="20" y="10"/>
            <a:ext cx="4635571" cy="6857990"/>
          </a:xfrm>
          <a:prstGeom prst="rect">
            <a:avLst/>
          </a:prstGeom>
          <a:effectLst/>
        </p:spPr>
      </p:pic>
      <p:cxnSp>
        <p:nvCxnSpPr>
          <p:cNvPr id="73" name="Straight Connector 72">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87ECFF"/>
            </a:solidFill>
          </a:ln>
        </p:spPr>
        <p:style>
          <a:lnRef idx="1">
            <a:schemeClr val="accent1"/>
          </a:lnRef>
          <a:fillRef idx="0">
            <a:schemeClr val="accent1"/>
          </a:fillRef>
          <a:effectRef idx="0">
            <a:schemeClr val="accent1"/>
          </a:effectRef>
          <a:fontRef idx="minor">
            <a:schemeClr val="tx1"/>
          </a:fontRef>
        </p:style>
      </p:cxnSp>
      <p:sp>
        <p:nvSpPr>
          <p:cNvPr id="5" name="Slide Number Placeholder 5">
            <a:extLst>
              <a:ext uri="{FF2B5EF4-FFF2-40B4-BE49-F238E27FC236}">
                <a16:creationId xmlns:a16="http://schemas.microsoft.com/office/drawing/2014/main" id="{6FFFA20F-71E1-43C2-888D-5F7CCF9710F0}"/>
              </a:ext>
            </a:extLst>
          </p:cNvPr>
          <p:cNvSpPr>
            <a:spLocks noGrp="1"/>
          </p:cNvSpPr>
          <p:nvPr>
            <p:ph type="sldNum" sz="quarter" idx="12"/>
          </p:nvPr>
        </p:nvSpPr>
        <p:spPr>
          <a:xfrm>
            <a:off x="10167042" y="6356350"/>
            <a:ext cx="1186758" cy="365125"/>
          </a:xfrm>
        </p:spPr>
        <p:txBody>
          <a:bodyPr>
            <a:normAutofit/>
          </a:bodyPr>
          <a:lstStyle/>
          <a:p>
            <a:pPr>
              <a:spcAft>
                <a:spcPts val="600"/>
              </a:spcAft>
            </a:pPr>
            <a:fld id="{58CF0044-7DFD-4315-AB9E-604B8F3BC34C}" type="slidenum">
              <a:rPr lang="en-US" altLang="en-US"/>
              <a:pPr>
                <a:spcAft>
                  <a:spcPts val="600"/>
                </a:spcAft>
              </a:pPr>
              <a:t>4</a:t>
            </a:fld>
            <a:endParaRPr lang="en-US" altLang="en-US"/>
          </a:p>
        </p:txBody>
      </p:sp>
      <p:pic>
        <p:nvPicPr>
          <p:cNvPr id="7" name="Picture 4">
            <a:extLst>
              <a:ext uri="{FF2B5EF4-FFF2-40B4-BE49-F238E27FC236}">
                <a16:creationId xmlns:a16="http://schemas.microsoft.com/office/drawing/2014/main" id="{A41EC370-0E07-4CAA-BB2C-4F2C46055F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01740" y="4247699"/>
            <a:ext cx="7143750" cy="191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13359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B342D1C8-91F9-4725-B67D-F70369DB3D4C}"/>
              </a:ext>
            </a:extLst>
          </p:cNvPr>
          <p:cNvSpPr>
            <a:spLocks noGrp="1" noChangeArrowheads="1"/>
          </p:cNvSpPr>
          <p:nvPr>
            <p:ph type="title"/>
          </p:nvPr>
        </p:nvSpPr>
        <p:spPr>
          <a:xfrm>
            <a:off x="4965430" y="629268"/>
            <a:ext cx="6586491" cy="1286160"/>
          </a:xfrm>
        </p:spPr>
        <p:txBody>
          <a:bodyPr anchor="b">
            <a:normAutofit/>
          </a:bodyPr>
          <a:lstStyle/>
          <a:p>
            <a:r>
              <a:rPr lang="en-US" altLang="en-US" sz="4000" dirty="0"/>
              <a:t>What is </a:t>
            </a:r>
            <a:r>
              <a:rPr lang="en-US" altLang="en-US" sz="4000" dirty="0" err="1"/>
              <a:t>IPSec</a:t>
            </a:r>
            <a:r>
              <a:rPr lang="en-US" altLang="en-US" sz="4000" dirty="0"/>
              <a:t>?</a:t>
            </a:r>
            <a:endParaRPr lang="en-US" altLang="en-US" sz="4100" dirty="0"/>
          </a:p>
        </p:txBody>
      </p:sp>
      <p:sp>
        <p:nvSpPr>
          <p:cNvPr id="49155" name="Rectangle 3">
            <a:extLst>
              <a:ext uri="{FF2B5EF4-FFF2-40B4-BE49-F238E27FC236}">
                <a16:creationId xmlns:a16="http://schemas.microsoft.com/office/drawing/2014/main" id="{73E07022-EEFD-4EC7-9E94-2FC03CB79EF9}"/>
              </a:ext>
            </a:extLst>
          </p:cNvPr>
          <p:cNvSpPr>
            <a:spLocks noGrp="1" noChangeArrowheads="1"/>
          </p:cNvSpPr>
          <p:nvPr>
            <p:ph type="body" idx="1"/>
          </p:nvPr>
        </p:nvSpPr>
        <p:spPr>
          <a:xfrm>
            <a:off x="4965431" y="2438400"/>
            <a:ext cx="6586489" cy="3785419"/>
          </a:xfrm>
        </p:spPr>
        <p:txBody>
          <a:bodyPr>
            <a:normAutofit/>
          </a:bodyPr>
          <a:lstStyle/>
          <a:p>
            <a:r>
              <a:rPr lang="en-US" sz="2000" dirty="0">
                <a:solidFill>
                  <a:srgbClr val="000000"/>
                </a:solidFill>
                <a:latin typeface="CIDFont+F1"/>
              </a:rPr>
              <a:t>Internet Protocol Security (</a:t>
            </a:r>
            <a:r>
              <a:rPr lang="en-US" sz="2000" b="1" dirty="0">
                <a:solidFill>
                  <a:srgbClr val="000000"/>
                </a:solidFill>
                <a:latin typeface="CIDFont+F3"/>
              </a:rPr>
              <a:t>IPsec</a:t>
            </a:r>
            <a:r>
              <a:rPr lang="en-US" sz="2000" dirty="0">
                <a:solidFill>
                  <a:srgbClr val="000000"/>
                </a:solidFill>
                <a:latin typeface="CIDFont+F1"/>
              </a:rPr>
              <a:t>) is a secure network protocol suite that authenticates and encrypts the packets of data sent over an internet protocol network. It is used in virtual private networks (VPNs).</a:t>
            </a:r>
          </a:p>
          <a:p>
            <a:r>
              <a:rPr lang="en-US" altLang="en-US" sz="2000" dirty="0"/>
              <a:t>Applicable to both IP Version 4 and IP Version 6</a:t>
            </a:r>
          </a:p>
          <a:p>
            <a:r>
              <a:rPr lang="en-US" altLang="en-US" sz="2000" dirty="0" err="1"/>
              <a:t>IPSec</a:t>
            </a:r>
            <a:r>
              <a:rPr lang="en-US" altLang="en-US" sz="2000" dirty="0"/>
              <a:t> available in Windows 2000, Linux, Cisco Routers, etc.</a:t>
            </a:r>
          </a:p>
          <a:p>
            <a:pPr marL="0" indent="0">
              <a:buNone/>
            </a:pPr>
            <a:endParaRPr lang="en-US" altLang="en-US" sz="2000" dirty="0"/>
          </a:p>
        </p:txBody>
      </p:sp>
      <p:pic>
        <p:nvPicPr>
          <p:cNvPr id="49157" name="Picture 49156">
            <a:extLst>
              <a:ext uri="{FF2B5EF4-FFF2-40B4-BE49-F238E27FC236}">
                <a16:creationId xmlns:a16="http://schemas.microsoft.com/office/drawing/2014/main" id="{C89E07B5-2165-43C3-A90B-B5039EC794B8}"/>
              </a:ext>
            </a:extLst>
          </p:cNvPr>
          <p:cNvPicPr>
            <a:picLocks noChangeAspect="1"/>
          </p:cNvPicPr>
          <p:nvPr/>
        </p:nvPicPr>
        <p:blipFill rotWithShape="1">
          <a:blip r:embed="rId3"/>
          <a:srcRect l="33458" r="28520"/>
          <a:stretch/>
        </p:blipFill>
        <p:spPr>
          <a:xfrm>
            <a:off x="20" y="10"/>
            <a:ext cx="4635571" cy="6857990"/>
          </a:xfrm>
          <a:prstGeom prst="rect">
            <a:avLst/>
          </a:prstGeom>
          <a:effectLst/>
        </p:spPr>
      </p:pic>
      <p:cxnSp>
        <p:nvCxnSpPr>
          <p:cNvPr id="138" name="Straight Connector 137">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78E9FF"/>
            </a:solidFill>
          </a:ln>
        </p:spPr>
        <p:style>
          <a:lnRef idx="1">
            <a:schemeClr val="accent1"/>
          </a:lnRef>
          <a:fillRef idx="0">
            <a:schemeClr val="accent1"/>
          </a:fillRef>
          <a:effectRef idx="0">
            <a:schemeClr val="accent1"/>
          </a:effectRef>
          <a:fontRef idx="minor">
            <a:schemeClr val="tx1"/>
          </a:fontRef>
        </p:style>
      </p:cxnSp>
      <p:sp>
        <p:nvSpPr>
          <p:cNvPr id="5" name="Slide Number Placeholder 5">
            <a:extLst>
              <a:ext uri="{FF2B5EF4-FFF2-40B4-BE49-F238E27FC236}">
                <a16:creationId xmlns:a16="http://schemas.microsoft.com/office/drawing/2014/main" id="{6FFFA20F-71E1-43C2-888D-5F7CCF9710F0}"/>
              </a:ext>
            </a:extLst>
          </p:cNvPr>
          <p:cNvSpPr>
            <a:spLocks noGrp="1"/>
          </p:cNvSpPr>
          <p:nvPr>
            <p:ph type="sldNum" sz="quarter" idx="12"/>
          </p:nvPr>
        </p:nvSpPr>
        <p:spPr>
          <a:xfrm>
            <a:off x="10167042" y="6356350"/>
            <a:ext cx="1186758" cy="365125"/>
          </a:xfrm>
        </p:spPr>
        <p:txBody>
          <a:bodyPr>
            <a:normAutofit/>
          </a:bodyPr>
          <a:lstStyle/>
          <a:p>
            <a:pPr>
              <a:spcAft>
                <a:spcPts val="600"/>
              </a:spcAft>
            </a:pPr>
            <a:fld id="{58CF0044-7DFD-4315-AB9E-604B8F3BC34C}" type="slidenum">
              <a:rPr lang="en-US" altLang="en-US"/>
              <a:pPr>
                <a:spcAft>
                  <a:spcPts val="600"/>
                </a:spcAft>
              </a:pPr>
              <a:t>5</a:t>
            </a:fld>
            <a:endParaRPr lang="en-US" altLang="en-US"/>
          </a:p>
        </p:txBody>
      </p:sp>
    </p:spTree>
    <p:extLst>
      <p:ext uri="{BB962C8B-B14F-4D97-AF65-F5344CB8AC3E}">
        <p14:creationId xmlns:p14="http://schemas.microsoft.com/office/powerpoint/2010/main" val="1968834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B342D1C8-91F9-4725-B67D-F70369DB3D4C}"/>
              </a:ext>
            </a:extLst>
          </p:cNvPr>
          <p:cNvSpPr>
            <a:spLocks noGrp="1" noChangeArrowheads="1"/>
          </p:cNvSpPr>
          <p:nvPr>
            <p:ph type="title"/>
          </p:nvPr>
        </p:nvSpPr>
        <p:spPr>
          <a:xfrm>
            <a:off x="4965430" y="629268"/>
            <a:ext cx="6586491" cy="1286160"/>
          </a:xfrm>
        </p:spPr>
        <p:txBody>
          <a:bodyPr anchor="b">
            <a:normAutofit/>
          </a:bodyPr>
          <a:lstStyle/>
          <a:p>
            <a:r>
              <a:rPr lang="en-US" altLang="en-US" sz="4000" dirty="0"/>
              <a:t>Applications of </a:t>
            </a:r>
            <a:r>
              <a:rPr lang="en-US" altLang="en-US" sz="4000" dirty="0" err="1"/>
              <a:t>IPSec</a:t>
            </a:r>
            <a:endParaRPr lang="en-US" altLang="en-US" sz="4100" dirty="0"/>
          </a:p>
        </p:txBody>
      </p:sp>
      <p:sp>
        <p:nvSpPr>
          <p:cNvPr id="49155" name="Rectangle 3">
            <a:extLst>
              <a:ext uri="{FF2B5EF4-FFF2-40B4-BE49-F238E27FC236}">
                <a16:creationId xmlns:a16="http://schemas.microsoft.com/office/drawing/2014/main" id="{73E07022-EEFD-4EC7-9E94-2FC03CB79EF9}"/>
              </a:ext>
            </a:extLst>
          </p:cNvPr>
          <p:cNvSpPr>
            <a:spLocks noGrp="1" noChangeArrowheads="1"/>
          </p:cNvSpPr>
          <p:nvPr>
            <p:ph type="body" idx="1"/>
          </p:nvPr>
        </p:nvSpPr>
        <p:spPr>
          <a:xfrm>
            <a:off x="4965431" y="2438400"/>
            <a:ext cx="6586489" cy="3785419"/>
          </a:xfrm>
        </p:spPr>
        <p:txBody>
          <a:bodyPr>
            <a:normAutofit/>
          </a:bodyPr>
          <a:lstStyle/>
          <a:p>
            <a:r>
              <a:rPr lang="en-US" altLang="en-US" sz="2000" dirty="0"/>
              <a:t>Secure Branch Office Connectivity Over the Internet</a:t>
            </a:r>
          </a:p>
          <a:p>
            <a:r>
              <a:rPr lang="en-US" altLang="en-US" sz="2000" dirty="0"/>
              <a:t>Secure Remote Access Over the Internet</a:t>
            </a:r>
          </a:p>
          <a:p>
            <a:r>
              <a:rPr lang="en-US" altLang="en-US" sz="2000" dirty="0"/>
              <a:t>Establishing Extranet and Intranet Connectivity with Business partners</a:t>
            </a:r>
          </a:p>
          <a:p>
            <a:r>
              <a:rPr lang="en-US" altLang="en-US" sz="2000" dirty="0"/>
              <a:t>Enhancing Electronic Commerce Security</a:t>
            </a:r>
          </a:p>
          <a:p>
            <a:pPr marL="0" indent="0">
              <a:buNone/>
            </a:pPr>
            <a:endParaRPr lang="en-US" altLang="en-US" sz="2000" dirty="0"/>
          </a:p>
        </p:txBody>
      </p:sp>
      <p:pic>
        <p:nvPicPr>
          <p:cNvPr id="49157" name="Picture 49156">
            <a:extLst>
              <a:ext uri="{FF2B5EF4-FFF2-40B4-BE49-F238E27FC236}">
                <a16:creationId xmlns:a16="http://schemas.microsoft.com/office/drawing/2014/main" id="{C89E07B5-2165-43C3-A90B-B5039EC794B8}"/>
              </a:ext>
            </a:extLst>
          </p:cNvPr>
          <p:cNvPicPr>
            <a:picLocks noChangeAspect="1"/>
          </p:cNvPicPr>
          <p:nvPr/>
        </p:nvPicPr>
        <p:blipFill rotWithShape="1">
          <a:blip r:embed="rId3"/>
          <a:srcRect l="33458" r="28520"/>
          <a:stretch/>
        </p:blipFill>
        <p:spPr>
          <a:xfrm>
            <a:off x="20" y="10"/>
            <a:ext cx="4635571" cy="6857990"/>
          </a:xfrm>
          <a:prstGeom prst="rect">
            <a:avLst/>
          </a:prstGeom>
          <a:effectLst/>
        </p:spPr>
      </p:pic>
      <p:cxnSp>
        <p:nvCxnSpPr>
          <p:cNvPr id="138" name="Straight Connector 137">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78E9FF"/>
            </a:solidFill>
          </a:ln>
        </p:spPr>
        <p:style>
          <a:lnRef idx="1">
            <a:schemeClr val="accent1"/>
          </a:lnRef>
          <a:fillRef idx="0">
            <a:schemeClr val="accent1"/>
          </a:fillRef>
          <a:effectRef idx="0">
            <a:schemeClr val="accent1"/>
          </a:effectRef>
          <a:fontRef idx="minor">
            <a:schemeClr val="tx1"/>
          </a:fontRef>
        </p:style>
      </p:cxnSp>
      <p:sp>
        <p:nvSpPr>
          <p:cNvPr id="5" name="Slide Number Placeholder 5">
            <a:extLst>
              <a:ext uri="{FF2B5EF4-FFF2-40B4-BE49-F238E27FC236}">
                <a16:creationId xmlns:a16="http://schemas.microsoft.com/office/drawing/2014/main" id="{6FFFA20F-71E1-43C2-888D-5F7CCF9710F0}"/>
              </a:ext>
            </a:extLst>
          </p:cNvPr>
          <p:cNvSpPr>
            <a:spLocks noGrp="1"/>
          </p:cNvSpPr>
          <p:nvPr>
            <p:ph type="sldNum" sz="quarter" idx="12"/>
          </p:nvPr>
        </p:nvSpPr>
        <p:spPr>
          <a:xfrm>
            <a:off x="10167042" y="6356350"/>
            <a:ext cx="1186758" cy="365125"/>
          </a:xfrm>
        </p:spPr>
        <p:txBody>
          <a:bodyPr>
            <a:normAutofit/>
          </a:bodyPr>
          <a:lstStyle/>
          <a:p>
            <a:pPr>
              <a:spcAft>
                <a:spcPts val="600"/>
              </a:spcAft>
            </a:pPr>
            <a:fld id="{58CF0044-7DFD-4315-AB9E-604B8F3BC34C}" type="slidenum">
              <a:rPr lang="en-US" altLang="en-US"/>
              <a:pPr>
                <a:spcAft>
                  <a:spcPts val="600"/>
                </a:spcAft>
              </a:pPr>
              <a:t>6</a:t>
            </a:fld>
            <a:endParaRPr lang="en-US" altLang="en-US"/>
          </a:p>
        </p:txBody>
      </p:sp>
    </p:spTree>
    <p:extLst>
      <p:ext uri="{BB962C8B-B14F-4D97-AF65-F5344CB8AC3E}">
        <p14:creationId xmlns:p14="http://schemas.microsoft.com/office/powerpoint/2010/main" val="27953652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B342D1C8-91F9-4725-B67D-F70369DB3D4C}"/>
              </a:ext>
            </a:extLst>
          </p:cNvPr>
          <p:cNvSpPr>
            <a:spLocks noGrp="1" noChangeArrowheads="1"/>
          </p:cNvSpPr>
          <p:nvPr>
            <p:ph type="title"/>
          </p:nvPr>
        </p:nvSpPr>
        <p:spPr>
          <a:xfrm>
            <a:off x="4965430" y="629268"/>
            <a:ext cx="6586491" cy="1286160"/>
          </a:xfrm>
        </p:spPr>
        <p:txBody>
          <a:bodyPr anchor="b">
            <a:normAutofit/>
          </a:bodyPr>
          <a:lstStyle/>
          <a:p>
            <a:r>
              <a:rPr lang="en-US" altLang="en-US" sz="4000" dirty="0"/>
              <a:t>Benefits of </a:t>
            </a:r>
            <a:r>
              <a:rPr lang="en-US" altLang="en-US" sz="4000" dirty="0" err="1"/>
              <a:t>IPSec</a:t>
            </a:r>
            <a:endParaRPr lang="en-US" altLang="en-US" sz="4100" dirty="0"/>
          </a:p>
        </p:txBody>
      </p:sp>
      <p:sp>
        <p:nvSpPr>
          <p:cNvPr id="49155" name="Rectangle 3">
            <a:extLst>
              <a:ext uri="{FF2B5EF4-FFF2-40B4-BE49-F238E27FC236}">
                <a16:creationId xmlns:a16="http://schemas.microsoft.com/office/drawing/2014/main" id="{73E07022-EEFD-4EC7-9E94-2FC03CB79EF9}"/>
              </a:ext>
            </a:extLst>
          </p:cNvPr>
          <p:cNvSpPr>
            <a:spLocks noGrp="1" noChangeArrowheads="1"/>
          </p:cNvSpPr>
          <p:nvPr>
            <p:ph type="body" idx="1"/>
          </p:nvPr>
        </p:nvSpPr>
        <p:spPr>
          <a:xfrm>
            <a:off x="4965431" y="2438400"/>
            <a:ext cx="6586489" cy="3785419"/>
          </a:xfrm>
        </p:spPr>
        <p:txBody>
          <a:bodyPr>
            <a:normAutofit lnSpcReduction="10000"/>
          </a:bodyPr>
          <a:lstStyle/>
          <a:p>
            <a:r>
              <a:rPr lang="en-US" sz="2000" dirty="0"/>
              <a:t>When IPsec is implemented in a firewall or router, it provides strong security that can be applied to all traffic crossing the perimeter.</a:t>
            </a:r>
          </a:p>
          <a:p>
            <a:r>
              <a:rPr lang="en-US" sz="2000" dirty="0">
                <a:solidFill>
                  <a:srgbClr val="000000"/>
                </a:solidFill>
                <a:latin typeface="CIDFont+F4"/>
              </a:rPr>
              <a:t>IPsec is below the transport layer (TCP, UDP) and so is transparent to applications.</a:t>
            </a:r>
          </a:p>
          <a:p>
            <a:r>
              <a:rPr lang="en-US" sz="2000" dirty="0">
                <a:solidFill>
                  <a:srgbClr val="000000"/>
                </a:solidFill>
                <a:latin typeface="CIDFont+F4"/>
              </a:rPr>
              <a:t>IPsec can be transparent to end users.</a:t>
            </a:r>
          </a:p>
          <a:p>
            <a:r>
              <a:rPr lang="en-US" sz="2000" dirty="0">
                <a:solidFill>
                  <a:srgbClr val="000000"/>
                </a:solidFill>
                <a:latin typeface="CIDFont+F4"/>
              </a:rPr>
              <a:t>IPsec can provide security for individual users if needed.</a:t>
            </a:r>
            <a:br>
              <a:rPr lang="en-US" sz="2000" dirty="0">
                <a:solidFill>
                  <a:srgbClr val="000000"/>
                </a:solidFill>
                <a:latin typeface="CIDFont+F4"/>
              </a:rPr>
            </a:br>
            <a:br>
              <a:rPr lang="en-US" sz="2000" dirty="0">
                <a:solidFill>
                  <a:srgbClr val="000000"/>
                </a:solidFill>
                <a:latin typeface="CIDFont+F4"/>
              </a:rPr>
            </a:br>
            <a:br>
              <a:rPr lang="en-US" sz="2000" dirty="0">
                <a:solidFill>
                  <a:srgbClr val="000000"/>
                </a:solidFill>
                <a:latin typeface="CIDFont+F4"/>
              </a:rPr>
            </a:br>
            <a:br>
              <a:rPr lang="en-US" sz="2000" dirty="0">
                <a:solidFill>
                  <a:srgbClr val="000000"/>
                </a:solidFill>
                <a:latin typeface="CIDFont+F4"/>
              </a:rPr>
            </a:br>
            <a:br>
              <a:rPr lang="en-US" sz="2000" dirty="0">
                <a:solidFill>
                  <a:srgbClr val="000000"/>
                </a:solidFill>
                <a:latin typeface="CIDFont+F4"/>
              </a:rPr>
            </a:br>
            <a:br>
              <a:rPr lang="en-US" sz="2000" dirty="0">
                <a:solidFill>
                  <a:srgbClr val="000000"/>
                </a:solidFill>
                <a:latin typeface="CIDFont+F4"/>
              </a:rPr>
            </a:br>
            <a:endParaRPr lang="en-US" altLang="en-US" sz="2000" dirty="0"/>
          </a:p>
        </p:txBody>
      </p:sp>
      <p:pic>
        <p:nvPicPr>
          <p:cNvPr id="49157" name="Picture 49156">
            <a:extLst>
              <a:ext uri="{FF2B5EF4-FFF2-40B4-BE49-F238E27FC236}">
                <a16:creationId xmlns:a16="http://schemas.microsoft.com/office/drawing/2014/main" id="{C89E07B5-2165-43C3-A90B-B5039EC794B8}"/>
              </a:ext>
            </a:extLst>
          </p:cNvPr>
          <p:cNvPicPr>
            <a:picLocks noChangeAspect="1"/>
          </p:cNvPicPr>
          <p:nvPr/>
        </p:nvPicPr>
        <p:blipFill rotWithShape="1">
          <a:blip r:embed="rId3"/>
          <a:srcRect l="33458" r="28520"/>
          <a:stretch/>
        </p:blipFill>
        <p:spPr>
          <a:xfrm>
            <a:off x="20" y="10"/>
            <a:ext cx="4635571" cy="6857990"/>
          </a:xfrm>
          <a:prstGeom prst="rect">
            <a:avLst/>
          </a:prstGeom>
          <a:effectLst/>
        </p:spPr>
      </p:pic>
      <p:cxnSp>
        <p:nvCxnSpPr>
          <p:cNvPr id="138" name="Straight Connector 137">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78E9FF"/>
            </a:solidFill>
          </a:ln>
        </p:spPr>
        <p:style>
          <a:lnRef idx="1">
            <a:schemeClr val="accent1"/>
          </a:lnRef>
          <a:fillRef idx="0">
            <a:schemeClr val="accent1"/>
          </a:fillRef>
          <a:effectRef idx="0">
            <a:schemeClr val="accent1"/>
          </a:effectRef>
          <a:fontRef idx="minor">
            <a:schemeClr val="tx1"/>
          </a:fontRef>
        </p:style>
      </p:cxnSp>
      <p:sp>
        <p:nvSpPr>
          <p:cNvPr id="5" name="Slide Number Placeholder 5">
            <a:extLst>
              <a:ext uri="{FF2B5EF4-FFF2-40B4-BE49-F238E27FC236}">
                <a16:creationId xmlns:a16="http://schemas.microsoft.com/office/drawing/2014/main" id="{6FFFA20F-71E1-43C2-888D-5F7CCF9710F0}"/>
              </a:ext>
            </a:extLst>
          </p:cNvPr>
          <p:cNvSpPr>
            <a:spLocks noGrp="1"/>
          </p:cNvSpPr>
          <p:nvPr>
            <p:ph type="sldNum" sz="quarter" idx="12"/>
          </p:nvPr>
        </p:nvSpPr>
        <p:spPr>
          <a:xfrm>
            <a:off x="10167042" y="6356350"/>
            <a:ext cx="1186758" cy="365125"/>
          </a:xfrm>
        </p:spPr>
        <p:txBody>
          <a:bodyPr>
            <a:normAutofit/>
          </a:bodyPr>
          <a:lstStyle/>
          <a:p>
            <a:pPr>
              <a:spcAft>
                <a:spcPts val="600"/>
              </a:spcAft>
            </a:pPr>
            <a:fld id="{58CF0044-7DFD-4315-AB9E-604B8F3BC34C}" type="slidenum">
              <a:rPr lang="en-US" altLang="en-US"/>
              <a:pPr>
                <a:spcAft>
                  <a:spcPts val="600"/>
                </a:spcAft>
              </a:pPr>
              <a:t>7</a:t>
            </a:fld>
            <a:endParaRPr lang="en-US" altLang="en-US"/>
          </a:p>
        </p:txBody>
      </p:sp>
    </p:spTree>
    <p:extLst>
      <p:ext uri="{BB962C8B-B14F-4D97-AF65-F5344CB8AC3E}">
        <p14:creationId xmlns:p14="http://schemas.microsoft.com/office/powerpoint/2010/main" val="3208221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useBgFill="1">
        <p:nvSpPr>
          <p:cNvPr id="49162" name="Rectangle 76">
            <a:extLst>
              <a:ext uri="{FF2B5EF4-FFF2-40B4-BE49-F238E27FC236}">
                <a16:creationId xmlns:a16="http://schemas.microsoft.com/office/drawing/2014/main" id="{9B76D444-2756-434F-AE61-96D69830C1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154" name="Rectangle 2">
            <a:extLst>
              <a:ext uri="{FF2B5EF4-FFF2-40B4-BE49-F238E27FC236}">
                <a16:creationId xmlns:a16="http://schemas.microsoft.com/office/drawing/2014/main" id="{B342D1C8-91F9-4725-B67D-F70369DB3D4C}"/>
              </a:ext>
            </a:extLst>
          </p:cNvPr>
          <p:cNvSpPr>
            <a:spLocks noGrp="1" noChangeArrowheads="1"/>
          </p:cNvSpPr>
          <p:nvPr>
            <p:ph type="title"/>
          </p:nvPr>
        </p:nvSpPr>
        <p:spPr>
          <a:xfrm>
            <a:off x="841248" y="932961"/>
            <a:ext cx="4887685" cy="1777419"/>
          </a:xfrm>
        </p:spPr>
        <p:txBody>
          <a:bodyPr anchor="b">
            <a:normAutofit/>
          </a:bodyPr>
          <a:lstStyle/>
          <a:p>
            <a:r>
              <a:rPr lang="en-US" altLang="en-US" sz="4000" dirty="0"/>
              <a:t>IP Security Architecture</a:t>
            </a:r>
          </a:p>
        </p:txBody>
      </p:sp>
      <p:sp>
        <p:nvSpPr>
          <p:cNvPr id="49155" name="Rectangle 3">
            <a:extLst>
              <a:ext uri="{FF2B5EF4-FFF2-40B4-BE49-F238E27FC236}">
                <a16:creationId xmlns:a16="http://schemas.microsoft.com/office/drawing/2014/main" id="{73E07022-EEFD-4EC7-9E94-2FC03CB79EF9}"/>
              </a:ext>
            </a:extLst>
          </p:cNvPr>
          <p:cNvSpPr>
            <a:spLocks noGrp="1" noChangeArrowheads="1"/>
          </p:cNvSpPr>
          <p:nvPr>
            <p:ph type="body" idx="1"/>
          </p:nvPr>
        </p:nvSpPr>
        <p:spPr>
          <a:xfrm>
            <a:off x="841248" y="2894530"/>
            <a:ext cx="5112156" cy="3209544"/>
          </a:xfrm>
        </p:spPr>
        <p:txBody>
          <a:bodyPr anchor="t">
            <a:normAutofit/>
          </a:bodyPr>
          <a:lstStyle/>
          <a:p>
            <a:pPr marL="0" indent="0">
              <a:buNone/>
            </a:pPr>
            <a:r>
              <a:rPr lang="en-US" altLang="en-US" sz="2600" dirty="0" err="1"/>
              <a:t>IPSec</a:t>
            </a:r>
            <a:r>
              <a:rPr lang="en-US" altLang="en-US" sz="2600" dirty="0"/>
              <a:t> provides security services at the IP layer by enabling a system to select required security protocols, determine the algorithms to use for the services, and put in place any cryptographic keys required.</a:t>
            </a:r>
          </a:p>
          <a:p>
            <a:pPr marL="0" indent="0">
              <a:buNone/>
            </a:pPr>
            <a:endParaRPr lang="en-US" altLang="en-US" sz="2000" dirty="0"/>
          </a:p>
        </p:txBody>
      </p:sp>
      <p:cxnSp>
        <p:nvCxnSpPr>
          <p:cNvPr id="79" name="Straight Connector 78">
            <a:extLst>
              <a:ext uri="{FF2B5EF4-FFF2-40B4-BE49-F238E27FC236}">
                <a16:creationId xmlns:a16="http://schemas.microsoft.com/office/drawing/2014/main" id="{CF8F36E2-BBE5-43FE-822F-AD8CAE08C0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238597" y="1417320"/>
            <a:ext cx="0" cy="402336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Picture 10">
            <a:extLst>
              <a:ext uri="{FF2B5EF4-FFF2-40B4-BE49-F238E27FC236}">
                <a16:creationId xmlns:a16="http://schemas.microsoft.com/office/drawing/2014/main" id="{84C92B1C-22DA-45A3-886A-69EF5660D1ED}"/>
              </a:ext>
            </a:extLst>
          </p:cNvPr>
          <p:cNvPicPr>
            <a:picLocks noGrp="1" noChangeAspect="1" noChangeArrowheads="1"/>
          </p:cNvPicPr>
          <p:nvPr>
            <p:ph type="clipArt" sz="half" idx="2"/>
          </p:nvPr>
        </p:nvPicPr>
        <p:blipFill rotWithShape="1">
          <a:blip r:embed="rId3">
            <a:extLst>
              <a:ext uri="{28A0092B-C50C-407E-A947-70E740481C1C}">
                <a14:useLocalDpi xmlns:a14="http://schemas.microsoft.com/office/drawing/2010/main" val="0"/>
              </a:ext>
            </a:extLst>
          </a:blip>
          <a:srcRect r="2" b="2926"/>
          <a:stretch/>
        </p:blipFill>
        <p:spPr>
          <a:xfrm>
            <a:off x="6749145" y="573678"/>
            <a:ext cx="5103206" cy="5710645"/>
          </a:xfrm>
          <a:prstGeom prst="rect">
            <a:avLst/>
          </a:prstGeom>
          <a:noFill/>
          <a:extLs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lide Number Placeholder 5">
            <a:extLst>
              <a:ext uri="{FF2B5EF4-FFF2-40B4-BE49-F238E27FC236}">
                <a16:creationId xmlns:a16="http://schemas.microsoft.com/office/drawing/2014/main" id="{6FFFA20F-71E1-43C2-888D-5F7CCF9710F0}"/>
              </a:ext>
            </a:extLst>
          </p:cNvPr>
          <p:cNvSpPr>
            <a:spLocks noGrp="1"/>
          </p:cNvSpPr>
          <p:nvPr>
            <p:ph type="sldNum" sz="quarter" idx="12"/>
          </p:nvPr>
        </p:nvSpPr>
        <p:spPr>
          <a:xfrm>
            <a:off x="10396538" y="6355080"/>
            <a:ext cx="1099647" cy="365125"/>
          </a:xfrm>
        </p:spPr>
        <p:txBody>
          <a:bodyPr>
            <a:normAutofit/>
          </a:bodyPr>
          <a:lstStyle/>
          <a:p>
            <a:pPr>
              <a:spcAft>
                <a:spcPts val="600"/>
              </a:spcAft>
            </a:pPr>
            <a:fld id="{58CF0044-7DFD-4315-AB9E-604B8F3BC34C}" type="slidenum">
              <a:rPr lang="en-US" altLang="en-US">
                <a:solidFill>
                  <a:schemeClr val="tx1">
                    <a:alpha val="70000"/>
                  </a:schemeClr>
                </a:solidFill>
              </a:rPr>
              <a:pPr>
                <a:spcAft>
                  <a:spcPts val="600"/>
                </a:spcAft>
              </a:pPr>
              <a:t>8</a:t>
            </a:fld>
            <a:endParaRPr lang="en-US" altLang="en-US">
              <a:solidFill>
                <a:schemeClr val="tx1">
                  <a:alpha val="70000"/>
                </a:schemeClr>
              </a:solidFill>
            </a:endParaRPr>
          </a:p>
        </p:txBody>
      </p:sp>
    </p:spTree>
    <p:extLst>
      <p:ext uri="{BB962C8B-B14F-4D97-AF65-F5344CB8AC3E}">
        <p14:creationId xmlns:p14="http://schemas.microsoft.com/office/powerpoint/2010/main" val="415868507"/>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B342D1C8-91F9-4725-B67D-F70369DB3D4C}"/>
              </a:ext>
            </a:extLst>
          </p:cNvPr>
          <p:cNvSpPr>
            <a:spLocks noGrp="1" noChangeArrowheads="1"/>
          </p:cNvSpPr>
          <p:nvPr>
            <p:ph type="title"/>
          </p:nvPr>
        </p:nvSpPr>
        <p:spPr>
          <a:xfrm>
            <a:off x="4965430" y="629268"/>
            <a:ext cx="6586491" cy="1286160"/>
          </a:xfrm>
        </p:spPr>
        <p:txBody>
          <a:bodyPr anchor="b">
            <a:normAutofit/>
          </a:bodyPr>
          <a:lstStyle/>
          <a:p>
            <a:r>
              <a:rPr lang="en-US" altLang="en-US" sz="4000" dirty="0"/>
              <a:t>AH and ESP</a:t>
            </a:r>
            <a:endParaRPr lang="en-US" altLang="en-US" sz="4100" dirty="0"/>
          </a:p>
        </p:txBody>
      </p:sp>
      <p:sp>
        <p:nvSpPr>
          <p:cNvPr id="49155" name="Rectangle 3">
            <a:extLst>
              <a:ext uri="{FF2B5EF4-FFF2-40B4-BE49-F238E27FC236}">
                <a16:creationId xmlns:a16="http://schemas.microsoft.com/office/drawing/2014/main" id="{73E07022-EEFD-4EC7-9E94-2FC03CB79EF9}"/>
              </a:ext>
            </a:extLst>
          </p:cNvPr>
          <p:cNvSpPr>
            <a:spLocks noGrp="1" noChangeArrowheads="1"/>
          </p:cNvSpPr>
          <p:nvPr>
            <p:ph type="body" idx="1"/>
          </p:nvPr>
        </p:nvSpPr>
        <p:spPr>
          <a:xfrm>
            <a:off x="4965431" y="2438400"/>
            <a:ext cx="6586489" cy="3785419"/>
          </a:xfrm>
        </p:spPr>
        <p:txBody>
          <a:bodyPr>
            <a:normAutofit/>
          </a:bodyPr>
          <a:lstStyle/>
          <a:p>
            <a:r>
              <a:rPr lang="en-US" altLang="en-US" b="1" dirty="0"/>
              <a:t>Authentication Header(AH)</a:t>
            </a:r>
            <a:endParaRPr lang="en-US" altLang="en-US" dirty="0"/>
          </a:p>
          <a:p>
            <a:pPr marL="457200" lvl="1" indent="0">
              <a:buNone/>
            </a:pPr>
            <a:r>
              <a:rPr lang="en-US" altLang="en-US" dirty="0"/>
              <a:t>The Authentication Header provides support for data integrity and authentication of IP packets</a:t>
            </a:r>
          </a:p>
          <a:p>
            <a:r>
              <a:rPr lang="en-US" altLang="en-US" b="1" dirty="0"/>
              <a:t>Encapsulating Security Payload(ESP)</a:t>
            </a:r>
            <a:endParaRPr lang="en-US" altLang="en-US" dirty="0"/>
          </a:p>
          <a:p>
            <a:pPr marL="457200" lvl="1" indent="0">
              <a:buNone/>
            </a:pPr>
            <a:r>
              <a:rPr lang="en-US" altLang="en-US" dirty="0"/>
              <a:t>The Encapsulating Security Payload provides confidentiality services, including confidentiality of message contents and limited traffic flow confidentiality. As an optional feature, ESP can also provide the same authentication service as AH.</a:t>
            </a:r>
          </a:p>
          <a:p>
            <a:pPr marL="0" indent="0">
              <a:buNone/>
            </a:pPr>
            <a:endParaRPr lang="en-US" altLang="en-US" sz="2000" dirty="0"/>
          </a:p>
        </p:txBody>
      </p:sp>
      <p:pic>
        <p:nvPicPr>
          <p:cNvPr id="49157" name="Picture 49156">
            <a:extLst>
              <a:ext uri="{FF2B5EF4-FFF2-40B4-BE49-F238E27FC236}">
                <a16:creationId xmlns:a16="http://schemas.microsoft.com/office/drawing/2014/main" id="{C89E07B5-2165-43C3-A90B-B5039EC794B8}"/>
              </a:ext>
            </a:extLst>
          </p:cNvPr>
          <p:cNvPicPr>
            <a:picLocks noChangeAspect="1"/>
          </p:cNvPicPr>
          <p:nvPr/>
        </p:nvPicPr>
        <p:blipFill rotWithShape="1">
          <a:blip r:embed="rId3"/>
          <a:srcRect l="33458" r="28520"/>
          <a:stretch/>
        </p:blipFill>
        <p:spPr>
          <a:xfrm>
            <a:off x="20" y="10"/>
            <a:ext cx="4635571" cy="6857990"/>
          </a:xfrm>
          <a:prstGeom prst="rect">
            <a:avLst/>
          </a:prstGeom>
          <a:effectLst/>
        </p:spPr>
      </p:pic>
      <p:cxnSp>
        <p:nvCxnSpPr>
          <p:cNvPr id="138" name="Straight Connector 137">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78E9FF"/>
            </a:solidFill>
          </a:ln>
        </p:spPr>
        <p:style>
          <a:lnRef idx="1">
            <a:schemeClr val="accent1"/>
          </a:lnRef>
          <a:fillRef idx="0">
            <a:schemeClr val="accent1"/>
          </a:fillRef>
          <a:effectRef idx="0">
            <a:schemeClr val="accent1"/>
          </a:effectRef>
          <a:fontRef idx="minor">
            <a:schemeClr val="tx1"/>
          </a:fontRef>
        </p:style>
      </p:cxnSp>
      <p:sp>
        <p:nvSpPr>
          <p:cNvPr id="5" name="Slide Number Placeholder 5">
            <a:extLst>
              <a:ext uri="{FF2B5EF4-FFF2-40B4-BE49-F238E27FC236}">
                <a16:creationId xmlns:a16="http://schemas.microsoft.com/office/drawing/2014/main" id="{6FFFA20F-71E1-43C2-888D-5F7CCF9710F0}"/>
              </a:ext>
            </a:extLst>
          </p:cNvPr>
          <p:cNvSpPr>
            <a:spLocks noGrp="1"/>
          </p:cNvSpPr>
          <p:nvPr>
            <p:ph type="sldNum" sz="quarter" idx="12"/>
          </p:nvPr>
        </p:nvSpPr>
        <p:spPr>
          <a:xfrm>
            <a:off x="10167042" y="6356350"/>
            <a:ext cx="1186758" cy="365125"/>
          </a:xfrm>
        </p:spPr>
        <p:txBody>
          <a:bodyPr>
            <a:normAutofit/>
          </a:bodyPr>
          <a:lstStyle/>
          <a:p>
            <a:pPr>
              <a:spcAft>
                <a:spcPts val="600"/>
              </a:spcAft>
            </a:pPr>
            <a:fld id="{58CF0044-7DFD-4315-AB9E-604B8F3BC34C}" type="slidenum">
              <a:rPr lang="en-US" altLang="en-US"/>
              <a:pPr>
                <a:spcAft>
                  <a:spcPts val="600"/>
                </a:spcAft>
              </a:pPr>
              <a:t>9</a:t>
            </a:fld>
            <a:endParaRPr lang="en-US" altLang="en-US"/>
          </a:p>
        </p:txBody>
      </p:sp>
    </p:spTree>
    <p:extLst>
      <p:ext uri="{BB962C8B-B14F-4D97-AF65-F5344CB8AC3E}">
        <p14:creationId xmlns:p14="http://schemas.microsoft.com/office/powerpoint/2010/main" val="14802373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B342D1C8-91F9-4725-B67D-F70369DB3D4C}"/>
              </a:ext>
            </a:extLst>
          </p:cNvPr>
          <p:cNvSpPr>
            <a:spLocks noGrp="1" noChangeArrowheads="1"/>
          </p:cNvSpPr>
          <p:nvPr>
            <p:ph type="title"/>
          </p:nvPr>
        </p:nvSpPr>
        <p:spPr>
          <a:xfrm>
            <a:off x="4965430" y="629268"/>
            <a:ext cx="6586491" cy="1286160"/>
          </a:xfrm>
        </p:spPr>
        <p:txBody>
          <a:bodyPr anchor="b">
            <a:normAutofit/>
          </a:bodyPr>
          <a:lstStyle/>
          <a:p>
            <a:r>
              <a:rPr lang="en-US" altLang="en-US" sz="4000" dirty="0"/>
              <a:t>Transport and Tunnel Modes</a:t>
            </a:r>
            <a:endParaRPr lang="en-US" altLang="en-US" sz="4100" dirty="0"/>
          </a:p>
        </p:txBody>
      </p:sp>
      <p:sp>
        <p:nvSpPr>
          <p:cNvPr id="49155" name="Rectangle 3">
            <a:extLst>
              <a:ext uri="{FF2B5EF4-FFF2-40B4-BE49-F238E27FC236}">
                <a16:creationId xmlns:a16="http://schemas.microsoft.com/office/drawing/2014/main" id="{73E07022-EEFD-4EC7-9E94-2FC03CB79EF9}"/>
              </a:ext>
            </a:extLst>
          </p:cNvPr>
          <p:cNvSpPr>
            <a:spLocks noGrp="1" noChangeArrowheads="1"/>
          </p:cNvSpPr>
          <p:nvPr>
            <p:ph type="body" idx="1"/>
          </p:nvPr>
        </p:nvSpPr>
        <p:spPr>
          <a:xfrm>
            <a:off x="4965431" y="2438400"/>
            <a:ext cx="6586489" cy="3785419"/>
          </a:xfrm>
        </p:spPr>
        <p:txBody>
          <a:bodyPr>
            <a:normAutofit lnSpcReduction="10000"/>
          </a:bodyPr>
          <a:lstStyle/>
          <a:p>
            <a:r>
              <a:rPr lang="en-US" dirty="0"/>
              <a:t>Transport mode – used to protect upper layer payloads of an IP packet (</a:t>
            </a:r>
            <a:r>
              <a:rPr lang="en-US" dirty="0" err="1"/>
              <a:t>tcp</a:t>
            </a:r>
            <a:r>
              <a:rPr lang="en-US" dirty="0"/>
              <a:t>, </a:t>
            </a:r>
            <a:r>
              <a:rPr lang="en-US" dirty="0" err="1"/>
              <a:t>udp</a:t>
            </a:r>
            <a:r>
              <a:rPr lang="en-US" dirty="0"/>
              <a:t>)</a:t>
            </a:r>
          </a:p>
          <a:p>
            <a:r>
              <a:rPr lang="en-US" dirty="0"/>
              <a:t>Tunnel mode – used to protect an entire IP packet including its payload (VPN)</a:t>
            </a:r>
            <a:br>
              <a:rPr lang="en-US" dirty="0"/>
            </a:br>
            <a:br>
              <a:rPr lang="en-US" dirty="0"/>
            </a:br>
            <a:br>
              <a:rPr lang="en-US" dirty="0"/>
            </a:br>
            <a:br>
              <a:rPr lang="en-US" dirty="0"/>
            </a:br>
            <a:br>
              <a:rPr lang="en-US" dirty="0"/>
            </a:br>
            <a:br>
              <a:rPr lang="en-US" dirty="0"/>
            </a:br>
            <a:endParaRPr lang="en-US" altLang="en-US" sz="2000" dirty="0"/>
          </a:p>
        </p:txBody>
      </p:sp>
      <p:pic>
        <p:nvPicPr>
          <p:cNvPr id="49157" name="Picture 49156">
            <a:extLst>
              <a:ext uri="{FF2B5EF4-FFF2-40B4-BE49-F238E27FC236}">
                <a16:creationId xmlns:a16="http://schemas.microsoft.com/office/drawing/2014/main" id="{C89E07B5-2165-43C3-A90B-B5039EC794B8}"/>
              </a:ext>
            </a:extLst>
          </p:cNvPr>
          <p:cNvPicPr>
            <a:picLocks noChangeAspect="1"/>
          </p:cNvPicPr>
          <p:nvPr/>
        </p:nvPicPr>
        <p:blipFill rotWithShape="1">
          <a:blip r:embed="rId3"/>
          <a:srcRect l="33458" r="28520"/>
          <a:stretch/>
        </p:blipFill>
        <p:spPr>
          <a:xfrm>
            <a:off x="20" y="10"/>
            <a:ext cx="4635571" cy="6857990"/>
          </a:xfrm>
          <a:prstGeom prst="rect">
            <a:avLst/>
          </a:prstGeom>
          <a:effectLst/>
        </p:spPr>
      </p:pic>
      <p:cxnSp>
        <p:nvCxnSpPr>
          <p:cNvPr id="138" name="Straight Connector 137">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78E9FF"/>
            </a:solidFill>
          </a:ln>
        </p:spPr>
        <p:style>
          <a:lnRef idx="1">
            <a:schemeClr val="accent1"/>
          </a:lnRef>
          <a:fillRef idx="0">
            <a:schemeClr val="accent1"/>
          </a:fillRef>
          <a:effectRef idx="0">
            <a:schemeClr val="accent1"/>
          </a:effectRef>
          <a:fontRef idx="minor">
            <a:schemeClr val="tx1"/>
          </a:fontRef>
        </p:style>
      </p:cxnSp>
      <p:sp>
        <p:nvSpPr>
          <p:cNvPr id="5" name="Slide Number Placeholder 5">
            <a:extLst>
              <a:ext uri="{FF2B5EF4-FFF2-40B4-BE49-F238E27FC236}">
                <a16:creationId xmlns:a16="http://schemas.microsoft.com/office/drawing/2014/main" id="{6FFFA20F-71E1-43C2-888D-5F7CCF9710F0}"/>
              </a:ext>
            </a:extLst>
          </p:cNvPr>
          <p:cNvSpPr>
            <a:spLocks noGrp="1"/>
          </p:cNvSpPr>
          <p:nvPr>
            <p:ph type="sldNum" sz="quarter" idx="12"/>
          </p:nvPr>
        </p:nvSpPr>
        <p:spPr>
          <a:xfrm>
            <a:off x="10167042" y="6356350"/>
            <a:ext cx="1186758" cy="365125"/>
          </a:xfrm>
        </p:spPr>
        <p:txBody>
          <a:bodyPr>
            <a:normAutofit/>
          </a:bodyPr>
          <a:lstStyle/>
          <a:p>
            <a:pPr>
              <a:spcAft>
                <a:spcPts val="600"/>
              </a:spcAft>
            </a:pPr>
            <a:fld id="{58CF0044-7DFD-4315-AB9E-604B8F3BC34C}" type="slidenum">
              <a:rPr lang="en-US" altLang="en-US"/>
              <a:pPr>
                <a:spcAft>
                  <a:spcPts val="600"/>
                </a:spcAft>
              </a:pPr>
              <a:t>10</a:t>
            </a:fld>
            <a:endParaRPr lang="en-US" altLang="en-US"/>
          </a:p>
        </p:txBody>
      </p:sp>
    </p:spTree>
    <p:extLst>
      <p:ext uri="{BB962C8B-B14F-4D97-AF65-F5344CB8AC3E}">
        <p14:creationId xmlns:p14="http://schemas.microsoft.com/office/powerpoint/2010/main" val="8608379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B342D1C8-91F9-4725-B67D-F70369DB3D4C}"/>
              </a:ext>
            </a:extLst>
          </p:cNvPr>
          <p:cNvSpPr>
            <a:spLocks noGrp="1" noChangeArrowheads="1"/>
          </p:cNvSpPr>
          <p:nvPr>
            <p:ph type="title"/>
          </p:nvPr>
        </p:nvSpPr>
        <p:spPr>
          <a:xfrm>
            <a:off x="4965430" y="629268"/>
            <a:ext cx="6586491" cy="1286160"/>
          </a:xfrm>
        </p:spPr>
        <p:txBody>
          <a:bodyPr anchor="b">
            <a:normAutofit/>
          </a:bodyPr>
          <a:lstStyle/>
          <a:p>
            <a:r>
              <a:rPr lang="en-US" altLang="en-US" sz="4000" dirty="0"/>
              <a:t>Transport and Tunnel Modes</a:t>
            </a:r>
            <a:endParaRPr lang="en-US" altLang="en-US" sz="4100" dirty="0"/>
          </a:p>
        </p:txBody>
      </p:sp>
      <p:sp>
        <p:nvSpPr>
          <p:cNvPr id="49155" name="Rectangle 3">
            <a:extLst>
              <a:ext uri="{FF2B5EF4-FFF2-40B4-BE49-F238E27FC236}">
                <a16:creationId xmlns:a16="http://schemas.microsoft.com/office/drawing/2014/main" id="{73E07022-EEFD-4EC7-9E94-2FC03CB79EF9}"/>
              </a:ext>
            </a:extLst>
          </p:cNvPr>
          <p:cNvSpPr>
            <a:spLocks noGrp="1" noChangeArrowheads="1"/>
          </p:cNvSpPr>
          <p:nvPr>
            <p:ph type="body" idx="1"/>
          </p:nvPr>
        </p:nvSpPr>
        <p:spPr>
          <a:xfrm>
            <a:off x="4965431" y="2438400"/>
            <a:ext cx="6586489" cy="3785419"/>
          </a:xfrm>
        </p:spPr>
        <p:txBody>
          <a:bodyPr>
            <a:normAutofit/>
          </a:bodyPr>
          <a:lstStyle/>
          <a:p>
            <a:r>
              <a:rPr lang="en-US" altLang="en-US" dirty="0"/>
              <a:t>Tunnel Mode means that one outgoing IP packet is encapsulated in another packet with typically a different IP destination</a:t>
            </a:r>
          </a:p>
          <a:p>
            <a:r>
              <a:rPr lang="en-US" altLang="en-US" dirty="0"/>
              <a:t>Tunnels can be </a:t>
            </a:r>
          </a:p>
          <a:p>
            <a:pPr marL="514350" indent="-514350">
              <a:buFont typeface="+mj-lt"/>
              <a:buAutoNum type="arabicPeriod"/>
            </a:pPr>
            <a:r>
              <a:rPr lang="en-US" altLang="en-US" dirty="0"/>
              <a:t>Router to Router </a:t>
            </a:r>
          </a:p>
          <a:p>
            <a:pPr marL="514350" indent="-514350">
              <a:buFont typeface="+mj-lt"/>
              <a:buAutoNum type="arabicPeriod"/>
            </a:pPr>
            <a:r>
              <a:rPr lang="en-US" altLang="en-US" dirty="0"/>
              <a:t>Router to host or host to router </a:t>
            </a:r>
          </a:p>
          <a:p>
            <a:pPr marL="514350" indent="-514350">
              <a:buFont typeface="+mj-lt"/>
              <a:buAutoNum type="arabicPeriod"/>
            </a:pPr>
            <a:r>
              <a:rPr lang="en-US" altLang="en-US" dirty="0"/>
              <a:t>Host to host</a:t>
            </a:r>
          </a:p>
          <a:p>
            <a:pPr marL="0" indent="0">
              <a:buNone/>
            </a:pPr>
            <a:endParaRPr lang="en-US" altLang="en-US" sz="2000" dirty="0"/>
          </a:p>
        </p:txBody>
      </p:sp>
      <p:pic>
        <p:nvPicPr>
          <p:cNvPr id="49157" name="Picture 49156">
            <a:extLst>
              <a:ext uri="{FF2B5EF4-FFF2-40B4-BE49-F238E27FC236}">
                <a16:creationId xmlns:a16="http://schemas.microsoft.com/office/drawing/2014/main" id="{C89E07B5-2165-43C3-A90B-B5039EC794B8}"/>
              </a:ext>
            </a:extLst>
          </p:cNvPr>
          <p:cNvPicPr>
            <a:picLocks noChangeAspect="1"/>
          </p:cNvPicPr>
          <p:nvPr/>
        </p:nvPicPr>
        <p:blipFill rotWithShape="1">
          <a:blip r:embed="rId3"/>
          <a:srcRect l="33458" r="28520"/>
          <a:stretch/>
        </p:blipFill>
        <p:spPr>
          <a:xfrm>
            <a:off x="20" y="10"/>
            <a:ext cx="4635571" cy="6857990"/>
          </a:xfrm>
          <a:prstGeom prst="rect">
            <a:avLst/>
          </a:prstGeom>
          <a:effectLst/>
        </p:spPr>
      </p:pic>
      <p:cxnSp>
        <p:nvCxnSpPr>
          <p:cNvPr id="138" name="Straight Connector 137">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78E9FF"/>
            </a:solidFill>
          </a:ln>
        </p:spPr>
        <p:style>
          <a:lnRef idx="1">
            <a:schemeClr val="accent1"/>
          </a:lnRef>
          <a:fillRef idx="0">
            <a:schemeClr val="accent1"/>
          </a:fillRef>
          <a:effectRef idx="0">
            <a:schemeClr val="accent1"/>
          </a:effectRef>
          <a:fontRef idx="minor">
            <a:schemeClr val="tx1"/>
          </a:fontRef>
        </p:style>
      </p:cxnSp>
      <p:sp>
        <p:nvSpPr>
          <p:cNvPr id="5" name="Slide Number Placeholder 5">
            <a:extLst>
              <a:ext uri="{FF2B5EF4-FFF2-40B4-BE49-F238E27FC236}">
                <a16:creationId xmlns:a16="http://schemas.microsoft.com/office/drawing/2014/main" id="{6FFFA20F-71E1-43C2-888D-5F7CCF9710F0}"/>
              </a:ext>
            </a:extLst>
          </p:cNvPr>
          <p:cNvSpPr>
            <a:spLocks noGrp="1"/>
          </p:cNvSpPr>
          <p:nvPr>
            <p:ph type="sldNum" sz="quarter" idx="12"/>
          </p:nvPr>
        </p:nvSpPr>
        <p:spPr>
          <a:xfrm>
            <a:off x="10167042" y="6356350"/>
            <a:ext cx="1186758" cy="365125"/>
          </a:xfrm>
        </p:spPr>
        <p:txBody>
          <a:bodyPr>
            <a:normAutofit/>
          </a:bodyPr>
          <a:lstStyle/>
          <a:p>
            <a:pPr>
              <a:spcAft>
                <a:spcPts val="600"/>
              </a:spcAft>
            </a:pPr>
            <a:fld id="{58CF0044-7DFD-4315-AB9E-604B8F3BC34C}" type="slidenum">
              <a:rPr lang="en-US" altLang="en-US"/>
              <a:pPr>
                <a:spcAft>
                  <a:spcPts val="600"/>
                </a:spcAft>
              </a:pPr>
              <a:t>11</a:t>
            </a:fld>
            <a:endParaRPr lang="en-US" altLang="en-US"/>
          </a:p>
        </p:txBody>
      </p:sp>
    </p:spTree>
    <p:extLst>
      <p:ext uri="{BB962C8B-B14F-4D97-AF65-F5344CB8AC3E}">
        <p14:creationId xmlns:p14="http://schemas.microsoft.com/office/powerpoint/2010/main" val="1813133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9" name="Rectangle 137">
            <a:extLst>
              <a:ext uri="{FF2B5EF4-FFF2-40B4-BE49-F238E27FC236}">
                <a16:creationId xmlns:a16="http://schemas.microsoft.com/office/drawing/2014/main" id="{ECEF6C2F-9906-4F89-9B4F-598E9F344B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24281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ectangle 139">
            <a:extLst>
              <a:ext uri="{FF2B5EF4-FFF2-40B4-BE49-F238E27FC236}">
                <a16:creationId xmlns:a16="http://schemas.microsoft.com/office/drawing/2014/main" id="{91E12CD6-A76F-439F-9C98-C0211D8FD8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42816"/>
            <a:ext cx="12192000" cy="2615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157" name="Picture 49156">
            <a:extLst>
              <a:ext uri="{FF2B5EF4-FFF2-40B4-BE49-F238E27FC236}">
                <a16:creationId xmlns:a16="http://schemas.microsoft.com/office/drawing/2014/main" id="{C89E07B5-2165-43C3-A90B-B5039EC794B8}"/>
              </a:ext>
            </a:extLst>
          </p:cNvPr>
          <p:cNvPicPr>
            <a:picLocks noChangeAspect="1"/>
          </p:cNvPicPr>
          <p:nvPr/>
        </p:nvPicPr>
        <p:blipFill rotWithShape="1">
          <a:blip r:embed="rId3"/>
          <a:srcRect l="33458" r="28520"/>
          <a:stretch/>
        </p:blipFill>
        <p:spPr>
          <a:xfrm>
            <a:off x="0" y="0"/>
            <a:ext cx="2958839" cy="4242816"/>
          </a:xfrm>
          <a:prstGeom prst="rect">
            <a:avLst/>
          </a:prstGeom>
        </p:spPr>
      </p:pic>
      <p:sp>
        <p:nvSpPr>
          <p:cNvPr id="49154" name="Rectangle 2">
            <a:extLst>
              <a:ext uri="{FF2B5EF4-FFF2-40B4-BE49-F238E27FC236}">
                <a16:creationId xmlns:a16="http://schemas.microsoft.com/office/drawing/2014/main" id="{B342D1C8-91F9-4725-B67D-F70369DB3D4C}"/>
              </a:ext>
            </a:extLst>
          </p:cNvPr>
          <p:cNvSpPr>
            <a:spLocks noGrp="1" noChangeArrowheads="1"/>
          </p:cNvSpPr>
          <p:nvPr>
            <p:ph type="title"/>
          </p:nvPr>
        </p:nvSpPr>
        <p:spPr>
          <a:xfrm>
            <a:off x="838200" y="4636802"/>
            <a:ext cx="10515600" cy="1325563"/>
          </a:xfrm>
        </p:spPr>
        <p:txBody>
          <a:bodyPr vert="horz" lIns="91440" tIns="45720" rIns="91440" bIns="45720" rtlCol="0" anchor="ctr">
            <a:normAutofit/>
          </a:bodyPr>
          <a:lstStyle/>
          <a:p>
            <a:pPr algn="ctr"/>
            <a:r>
              <a:rPr lang="en-US" altLang="en-US" kern="1200" dirty="0">
                <a:solidFill>
                  <a:schemeClr val="tx1"/>
                </a:solidFill>
                <a:latin typeface="+mj-lt"/>
                <a:ea typeface="+mj-ea"/>
                <a:cs typeface="+mj-cs"/>
              </a:rPr>
              <a:t>Transport Mode</a:t>
            </a:r>
          </a:p>
        </p:txBody>
      </p:sp>
      <p:sp>
        <p:nvSpPr>
          <p:cNvPr id="5" name="Slide Number Placeholder 5">
            <a:extLst>
              <a:ext uri="{FF2B5EF4-FFF2-40B4-BE49-F238E27FC236}">
                <a16:creationId xmlns:a16="http://schemas.microsoft.com/office/drawing/2014/main" id="{6FFFA20F-71E1-43C2-888D-5F7CCF9710F0}"/>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8CF0044-7DFD-4315-AB9E-604B8F3BC34C}" type="slidenum">
              <a:rPr lang="en-US" altLang="en-US" smtClean="0"/>
              <a:pPr>
                <a:spcAft>
                  <a:spcPts val="600"/>
                </a:spcAft>
              </a:pPr>
              <a:t>12</a:t>
            </a:fld>
            <a:endParaRPr lang="en-US" altLang="en-US" dirty="0"/>
          </a:p>
        </p:txBody>
      </p:sp>
      <p:pic>
        <p:nvPicPr>
          <p:cNvPr id="3" name="Picture 2">
            <a:extLst>
              <a:ext uri="{FF2B5EF4-FFF2-40B4-BE49-F238E27FC236}">
                <a16:creationId xmlns:a16="http://schemas.microsoft.com/office/drawing/2014/main" id="{82907B37-799A-483F-B27C-F8BAEB2AE661}"/>
              </a:ext>
            </a:extLst>
          </p:cNvPr>
          <p:cNvPicPr>
            <a:picLocks noChangeAspect="1"/>
          </p:cNvPicPr>
          <p:nvPr/>
        </p:nvPicPr>
        <p:blipFill>
          <a:blip r:embed="rId4"/>
          <a:stretch>
            <a:fillRect/>
          </a:stretch>
        </p:blipFill>
        <p:spPr>
          <a:xfrm>
            <a:off x="2958839" y="-1"/>
            <a:ext cx="9233161" cy="4242815"/>
          </a:xfrm>
          <a:prstGeom prst="rect">
            <a:avLst/>
          </a:prstGeom>
        </p:spPr>
      </p:pic>
    </p:spTree>
    <p:extLst>
      <p:ext uri="{BB962C8B-B14F-4D97-AF65-F5344CB8AC3E}">
        <p14:creationId xmlns:p14="http://schemas.microsoft.com/office/powerpoint/2010/main" val="36788420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9" name="Rectangle 137">
            <a:extLst>
              <a:ext uri="{FF2B5EF4-FFF2-40B4-BE49-F238E27FC236}">
                <a16:creationId xmlns:a16="http://schemas.microsoft.com/office/drawing/2014/main" id="{ECEF6C2F-9906-4F89-9B4F-598E9F344B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24281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ectangle 139">
            <a:extLst>
              <a:ext uri="{FF2B5EF4-FFF2-40B4-BE49-F238E27FC236}">
                <a16:creationId xmlns:a16="http://schemas.microsoft.com/office/drawing/2014/main" id="{91E12CD6-A76F-439F-9C98-C0211D8FD8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42816"/>
            <a:ext cx="12192000" cy="2615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157" name="Picture 49156">
            <a:extLst>
              <a:ext uri="{FF2B5EF4-FFF2-40B4-BE49-F238E27FC236}">
                <a16:creationId xmlns:a16="http://schemas.microsoft.com/office/drawing/2014/main" id="{C89E07B5-2165-43C3-A90B-B5039EC794B8}"/>
              </a:ext>
            </a:extLst>
          </p:cNvPr>
          <p:cNvPicPr>
            <a:picLocks noChangeAspect="1"/>
          </p:cNvPicPr>
          <p:nvPr/>
        </p:nvPicPr>
        <p:blipFill rotWithShape="1">
          <a:blip r:embed="rId3"/>
          <a:srcRect l="33458" r="28520"/>
          <a:stretch/>
        </p:blipFill>
        <p:spPr>
          <a:xfrm>
            <a:off x="0" y="0"/>
            <a:ext cx="2958839" cy="4242816"/>
          </a:xfrm>
          <a:prstGeom prst="rect">
            <a:avLst/>
          </a:prstGeom>
        </p:spPr>
      </p:pic>
      <p:sp>
        <p:nvSpPr>
          <p:cNvPr id="49154" name="Rectangle 2">
            <a:extLst>
              <a:ext uri="{FF2B5EF4-FFF2-40B4-BE49-F238E27FC236}">
                <a16:creationId xmlns:a16="http://schemas.microsoft.com/office/drawing/2014/main" id="{B342D1C8-91F9-4725-B67D-F70369DB3D4C}"/>
              </a:ext>
            </a:extLst>
          </p:cNvPr>
          <p:cNvSpPr>
            <a:spLocks noGrp="1" noChangeArrowheads="1"/>
          </p:cNvSpPr>
          <p:nvPr>
            <p:ph type="title"/>
          </p:nvPr>
        </p:nvSpPr>
        <p:spPr>
          <a:xfrm>
            <a:off x="838200" y="4636802"/>
            <a:ext cx="10515600" cy="1325563"/>
          </a:xfrm>
        </p:spPr>
        <p:txBody>
          <a:bodyPr vert="horz" lIns="91440" tIns="45720" rIns="91440" bIns="45720" rtlCol="0" anchor="ctr">
            <a:normAutofit/>
          </a:bodyPr>
          <a:lstStyle/>
          <a:p>
            <a:pPr algn="ctr"/>
            <a:r>
              <a:rPr lang="en-US" altLang="en-US" kern="1200" dirty="0">
                <a:solidFill>
                  <a:schemeClr val="tx1"/>
                </a:solidFill>
                <a:latin typeface="+mj-lt"/>
                <a:ea typeface="+mj-ea"/>
                <a:cs typeface="+mj-cs"/>
              </a:rPr>
              <a:t>Tunnel Mode</a:t>
            </a:r>
          </a:p>
        </p:txBody>
      </p:sp>
      <p:sp>
        <p:nvSpPr>
          <p:cNvPr id="5" name="Slide Number Placeholder 5">
            <a:extLst>
              <a:ext uri="{FF2B5EF4-FFF2-40B4-BE49-F238E27FC236}">
                <a16:creationId xmlns:a16="http://schemas.microsoft.com/office/drawing/2014/main" id="{6FFFA20F-71E1-43C2-888D-5F7CCF9710F0}"/>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8CF0044-7DFD-4315-AB9E-604B8F3BC34C}" type="slidenum">
              <a:rPr lang="en-US" altLang="en-US" smtClean="0"/>
              <a:pPr>
                <a:spcAft>
                  <a:spcPts val="600"/>
                </a:spcAft>
              </a:pPr>
              <a:t>13</a:t>
            </a:fld>
            <a:endParaRPr lang="en-US" altLang="en-US" dirty="0"/>
          </a:p>
        </p:txBody>
      </p:sp>
      <p:pic>
        <p:nvPicPr>
          <p:cNvPr id="2" name="Picture 1">
            <a:extLst>
              <a:ext uri="{FF2B5EF4-FFF2-40B4-BE49-F238E27FC236}">
                <a16:creationId xmlns:a16="http://schemas.microsoft.com/office/drawing/2014/main" id="{4C27B325-7B07-46B3-BDFB-271893C0DF1A}"/>
              </a:ext>
            </a:extLst>
          </p:cNvPr>
          <p:cNvPicPr>
            <a:picLocks noChangeAspect="1"/>
          </p:cNvPicPr>
          <p:nvPr/>
        </p:nvPicPr>
        <p:blipFill>
          <a:blip r:embed="rId4"/>
          <a:stretch>
            <a:fillRect/>
          </a:stretch>
        </p:blipFill>
        <p:spPr>
          <a:xfrm>
            <a:off x="2958839" y="0"/>
            <a:ext cx="9233161" cy="4242816"/>
          </a:xfrm>
          <a:prstGeom prst="rect">
            <a:avLst/>
          </a:prstGeom>
        </p:spPr>
      </p:pic>
    </p:spTree>
    <p:extLst>
      <p:ext uri="{BB962C8B-B14F-4D97-AF65-F5344CB8AC3E}">
        <p14:creationId xmlns:p14="http://schemas.microsoft.com/office/powerpoint/2010/main" val="11371845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1526617B-96F0-44E3-9281-3B8C626FE371}"/>
              </a:ext>
            </a:extLst>
          </p:cNvPr>
          <p:cNvSpPr>
            <a:spLocks noGrp="1" noChangeArrowheads="1"/>
          </p:cNvSpPr>
          <p:nvPr>
            <p:ph type="title"/>
          </p:nvPr>
        </p:nvSpPr>
        <p:spPr>
          <a:xfrm>
            <a:off x="4965430" y="629268"/>
            <a:ext cx="6586491" cy="1286160"/>
          </a:xfrm>
        </p:spPr>
        <p:txBody>
          <a:bodyPr anchor="b">
            <a:normAutofit/>
          </a:bodyPr>
          <a:lstStyle/>
          <a:p>
            <a:r>
              <a:rPr lang="en-US" altLang="en-US"/>
              <a:t>Conclusion</a:t>
            </a:r>
          </a:p>
        </p:txBody>
      </p:sp>
      <p:sp>
        <p:nvSpPr>
          <p:cNvPr id="47107" name="Rectangle 3">
            <a:extLst>
              <a:ext uri="{FF2B5EF4-FFF2-40B4-BE49-F238E27FC236}">
                <a16:creationId xmlns:a16="http://schemas.microsoft.com/office/drawing/2014/main" id="{B6A95296-713E-4064-ABDC-272B53A326B1}"/>
              </a:ext>
            </a:extLst>
          </p:cNvPr>
          <p:cNvSpPr>
            <a:spLocks noGrp="1" noChangeArrowheads="1"/>
          </p:cNvSpPr>
          <p:nvPr>
            <p:ph type="body" idx="1"/>
          </p:nvPr>
        </p:nvSpPr>
        <p:spPr>
          <a:xfrm>
            <a:off x="4965431" y="2438400"/>
            <a:ext cx="6586489" cy="3785419"/>
          </a:xfrm>
        </p:spPr>
        <p:txBody>
          <a:bodyPr>
            <a:normAutofit/>
          </a:bodyPr>
          <a:lstStyle/>
          <a:p>
            <a:r>
              <a:rPr lang="en-US" altLang="en-US" sz="2000" dirty="0" err="1"/>
              <a:t>IPSec</a:t>
            </a:r>
            <a:r>
              <a:rPr lang="en-US" altLang="en-US" sz="2000" dirty="0"/>
              <a:t> provides Universal IP level security for all applications</a:t>
            </a:r>
          </a:p>
          <a:p>
            <a:r>
              <a:rPr lang="en-US" altLang="en-US" sz="2000" dirty="0"/>
              <a:t>Two choices are available AH and ESP</a:t>
            </a:r>
          </a:p>
          <a:p>
            <a:r>
              <a:rPr lang="en-US" altLang="en-US" sz="2000" dirty="0" err="1"/>
              <a:t>IPSec</a:t>
            </a:r>
            <a:r>
              <a:rPr lang="en-US" altLang="en-US" sz="2000" dirty="0"/>
              <a:t> can be used in a transport mode for end to end authentication and encryption or in tunnel mode for router to router authentication and encryption</a:t>
            </a:r>
          </a:p>
          <a:p>
            <a:r>
              <a:rPr lang="en-US" altLang="en-US" sz="2000" dirty="0" err="1"/>
              <a:t>IPSec</a:t>
            </a:r>
            <a:r>
              <a:rPr lang="en-US" altLang="en-US" sz="2000" dirty="0"/>
              <a:t> can be implemented IPV4 as options and is a required part of the implementation of IPV6</a:t>
            </a:r>
          </a:p>
        </p:txBody>
      </p:sp>
      <p:pic>
        <p:nvPicPr>
          <p:cNvPr id="47109" name="Picture 47108">
            <a:extLst>
              <a:ext uri="{FF2B5EF4-FFF2-40B4-BE49-F238E27FC236}">
                <a16:creationId xmlns:a16="http://schemas.microsoft.com/office/drawing/2014/main" id="{6EAB590E-D877-4229-BD0E-0EA77704CC73}"/>
              </a:ext>
            </a:extLst>
          </p:cNvPr>
          <p:cNvPicPr>
            <a:picLocks noChangeAspect="1"/>
          </p:cNvPicPr>
          <p:nvPr/>
        </p:nvPicPr>
        <p:blipFill rotWithShape="1">
          <a:blip r:embed="rId2"/>
          <a:srcRect l="33939" r="28039"/>
          <a:stretch/>
        </p:blipFill>
        <p:spPr>
          <a:xfrm>
            <a:off x="20" y="10"/>
            <a:ext cx="4635571" cy="6857990"/>
          </a:xfrm>
          <a:prstGeom prst="rect">
            <a:avLst/>
          </a:prstGeom>
          <a:effectLst/>
        </p:spPr>
      </p:pic>
      <p:cxnSp>
        <p:nvCxnSpPr>
          <p:cNvPr id="73" name="Straight Connector 72">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87ECFF"/>
            </a:solidFill>
          </a:ln>
        </p:spPr>
        <p:style>
          <a:lnRef idx="1">
            <a:schemeClr val="accent1"/>
          </a:lnRef>
          <a:fillRef idx="0">
            <a:schemeClr val="accent1"/>
          </a:fillRef>
          <a:effectRef idx="0">
            <a:schemeClr val="accent1"/>
          </a:effectRef>
          <a:fontRef idx="minor">
            <a:schemeClr val="tx1"/>
          </a:fontRef>
        </p:style>
      </p:cxnSp>
      <p:sp>
        <p:nvSpPr>
          <p:cNvPr id="5" name="Slide Number Placeholder 5">
            <a:extLst>
              <a:ext uri="{FF2B5EF4-FFF2-40B4-BE49-F238E27FC236}">
                <a16:creationId xmlns:a16="http://schemas.microsoft.com/office/drawing/2014/main" id="{BC92FD5F-986E-494E-B131-9828E0DB4B6F}"/>
              </a:ext>
            </a:extLst>
          </p:cNvPr>
          <p:cNvSpPr>
            <a:spLocks noGrp="1"/>
          </p:cNvSpPr>
          <p:nvPr>
            <p:ph type="sldNum" sz="quarter" idx="12"/>
          </p:nvPr>
        </p:nvSpPr>
        <p:spPr>
          <a:xfrm>
            <a:off x="10167042" y="6356350"/>
            <a:ext cx="1186758" cy="365125"/>
          </a:xfrm>
        </p:spPr>
        <p:txBody>
          <a:bodyPr>
            <a:normAutofit/>
          </a:bodyPr>
          <a:lstStyle/>
          <a:p>
            <a:pPr>
              <a:spcAft>
                <a:spcPts val="600"/>
              </a:spcAft>
            </a:pPr>
            <a:fld id="{4C7523AD-F184-4821-AD65-DCDAF83BE60A}" type="slidenum">
              <a:rPr lang="en-US" altLang="en-US"/>
              <a:pPr>
                <a:spcAft>
                  <a:spcPts val="600"/>
                </a:spcAft>
              </a:pPr>
              <a:t>14</a:t>
            </a:fld>
            <a:endParaRPr lang="en-US"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48B12885D91BB40A0BB99E2A50A1EE3" ma:contentTypeVersion="3" ma:contentTypeDescription="Create a new document." ma:contentTypeScope="" ma:versionID="66d3699a59251bf72590b89b840aee2a">
  <xsd:schema xmlns:xsd="http://www.w3.org/2001/XMLSchema" xmlns:xs="http://www.w3.org/2001/XMLSchema" xmlns:p="http://schemas.microsoft.com/office/2006/metadata/properties" xmlns:ns2="df2c4b60-5aed-4c17-b8a3-f48bf4df2b21" targetNamespace="http://schemas.microsoft.com/office/2006/metadata/properties" ma:root="true" ma:fieldsID="46f555fcb575befc6dc00b384e8d6be5" ns2:_="">
    <xsd:import namespace="df2c4b60-5aed-4c17-b8a3-f48bf4df2b2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2c4b60-5aed-4c17-b8a3-f48bf4df2b2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EB84623-41BE-4521-A1D6-12CD765B7F7A}"/>
</file>

<file path=customXml/itemProps2.xml><?xml version="1.0" encoding="utf-8"?>
<ds:datastoreItem xmlns:ds="http://schemas.openxmlformats.org/officeDocument/2006/customXml" ds:itemID="{7C7918F5-6FA1-4892-907B-5D75B77E1320}"/>
</file>

<file path=customXml/itemProps3.xml><?xml version="1.0" encoding="utf-8"?>
<ds:datastoreItem xmlns:ds="http://schemas.openxmlformats.org/officeDocument/2006/customXml" ds:itemID="{B065A39A-DC34-4F15-9A4E-3D179DBBA5A3}"/>
</file>

<file path=docProps/app.xml><?xml version="1.0" encoding="utf-8"?>
<Properties xmlns="http://schemas.openxmlformats.org/officeDocument/2006/extended-properties" xmlns:vt="http://schemas.openxmlformats.org/officeDocument/2006/docPropsVTypes">
  <TotalTime>193</TotalTime>
  <Words>533</Words>
  <Application>Microsoft Office PowerPoint</Application>
  <PresentationFormat>Widescreen</PresentationFormat>
  <Paragraphs>75</Paragraphs>
  <Slides>14</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Calibri Light</vt:lpstr>
      <vt:lpstr>CIDFont+F1</vt:lpstr>
      <vt:lpstr>CIDFont+F3</vt:lpstr>
      <vt:lpstr>CIDFont+F4</vt:lpstr>
      <vt:lpstr>Office Theme</vt:lpstr>
      <vt:lpstr>IP Security</vt:lpstr>
      <vt:lpstr>IP Security</vt:lpstr>
      <vt:lpstr>Security in the Internet Architecture</vt:lpstr>
      <vt:lpstr>Services, Mechanisms, Algorithms</vt:lpstr>
      <vt:lpstr>What is IPSec?</vt:lpstr>
      <vt:lpstr>Applications of IPSec</vt:lpstr>
      <vt:lpstr>Benefits of IPSec</vt:lpstr>
      <vt:lpstr>IP Security Architecture</vt:lpstr>
      <vt:lpstr>AH and ESP</vt:lpstr>
      <vt:lpstr>Transport and Tunnel Modes</vt:lpstr>
      <vt:lpstr>Transport and Tunnel Modes</vt:lpstr>
      <vt:lpstr>Transport Mode</vt:lpstr>
      <vt:lpstr>Tunnel Mode</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 Security</dc:title>
  <dc:creator>M Usman</dc:creator>
  <cp:lastModifiedBy>M Usman</cp:lastModifiedBy>
  <cp:revision>5</cp:revision>
  <dcterms:created xsi:type="dcterms:W3CDTF">2021-01-01T11:19:58Z</dcterms:created>
  <dcterms:modified xsi:type="dcterms:W3CDTF">2021-01-04T11:08:41Z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0x010100C48B12885D91BB40A0BB99E2A50A1EE3</vt:lpwstr>
  </property>
</Properties>
</file>